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9" r:id="rId4"/>
    <p:sldId id="267" r:id="rId5"/>
    <p:sldId id="270" r:id="rId6"/>
    <p:sldId id="272" r:id="rId7"/>
    <p:sldId id="271" r:id="rId8"/>
    <p:sldId id="268" r:id="rId9"/>
    <p:sldId id="258" r:id="rId10"/>
    <p:sldId id="259" r:id="rId11"/>
    <p:sldId id="262" r:id="rId12"/>
    <p:sldId id="266" r:id="rId13"/>
    <p:sldId id="261" r:id="rId14"/>
    <p:sldId id="263" r:id="rId15"/>
    <p:sldId id="265" r:id="rId16"/>
    <p:sldId id="26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0BBC7B-7ACA-4A4D-BA33-DEF31D162335}" v="36" dt="2025-12-08T15:44:12.7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a Dickenmann" userId="0c0840b0-1ae7-42c8-98b5-b02d8f71a603" providerId="ADAL" clId="{100BBC7B-7ACA-4A4D-BA33-DEF31D162335}"/>
    <pc:docChg chg="undo custSel addSld delSld modSld sldOrd">
      <pc:chgData name="Luisa Dickenmann" userId="0c0840b0-1ae7-42c8-98b5-b02d8f71a603" providerId="ADAL" clId="{100BBC7B-7ACA-4A4D-BA33-DEF31D162335}" dt="2025-12-08T15:44:55.261" v="896" actId="1036"/>
      <pc:docMkLst>
        <pc:docMk/>
      </pc:docMkLst>
      <pc:sldChg chg="modSp mod">
        <pc:chgData name="Luisa Dickenmann" userId="0c0840b0-1ae7-42c8-98b5-b02d8f71a603" providerId="ADAL" clId="{100BBC7B-7ACA-4A4D-BA33-DEF31D162335}" dt="2025-12-02T15:51:47.306" v="3"/>
        <pc:sldMkLst>
          <pc:docMk/>
          <pc:sldMk cId="3154772081" sldId="256"/>
        </pc:sldMkLst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2" creationId="{48CD3DD0-AE3F-D3E2-F3E2-C238F204CBC1}"/>
          </ac:spMkLst>
        </pc:spChg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3" creationId="{CF983D34-8A1D-D796-FB8C-6E3E45D3A0F0}"/>
          </ac:spMkLst>
        </pc:spChg>
      </pc:sldChg>
      <pc:sldChg chg="addSp delSp modSp mod ord">
        <pc:chgData name="Luisa Dickenmann" userId="0c0840b0-1ae7-42c8-98b5-b02d8f71a603" providerId="ADAL" clId="{100BBC7B-7ACA-4A4D-BA33-DEF31D162335}" dt="2025-12-08T15:18:20.700" v="802"/>
        <pc:sldMkLst>
          <pc:docMk/>
          <pc:sldMk cId="1618141787" sldId="257"/>
        </pc:sldMkLst>
        <pc:spChg chg="mod">
          <ac:chgData name="Luisa Dickenmann" userId="0c0840b0-1ae7-42c8-98b5-b02d8f71a603" providerId="ADAL" clId="{100BBC7B-7ACA-4A4D-BA33-DEF31D162335}" dt="2025-12-08T12:15:27.186" v="406" actId="20577"/>
          <ac:spMkLst>
            <pc:docMk/>
            <pc:sldMk cId="1618141787" sldId="257"/>
            <ac:spMk id="2" creationId="{C84B0C2D-403E-AF7F-8AEE-86B35FE4EA5E}"/>
          </ac:spMkLst>
        </pc:spChg>
        <pc:spChg chg="add del mod">
          <ac:chgData name="Luisa Dickenmann" userId="0c0840b0-1ae7-42c8-98b5-b02d8f71a603" providerId="ADAL" clId="{100BBC7B-7ACA-4A4D-BA33-DEF31D162335}" dt="2025-12-08T14:24:00.490" v="704" actId="478"/>
          <ac:spMkLst>
            <pc:docMk/>
            <pc:sldMk cId="1618141787" sldId="257"/>
            <ac:spMk id="3" creationId="{72515921-7BC3-6E66-F544-F04F562E7A71}"/>
          </ac:spMkLst>
        </pc:spChg>
        <pc:spChg chg="add mod">
          <ac:chgData name="Luisa Dickenmann" userId="0c0840b0-1ae7-42c8-98b5-b02d8f71a603" providerId="ADAL" clId="{100BBC7B-7ACA-4A4D-BA33-DEF31D162335}" dt="2025-12-08T14:23:58.308" v="703" actId="20577"/>
          <ac:spMkLst>
            <pc:docMk/>
            <pc:sldMk cId="1618141787" sldId="257"/>
            <ac:spMk id="4" creationId="{63AB7877-6A7E-90C1-8A72-F78A798BE679}"/>
          </ac:spMkLst>
        </pc:spChg>
        <pc:picChg chg="mod modCrop">
          <ac:chgData name="Luisa Dickenmann" userId="0c0840b0-1ae7-42c8-98b5-b02d8f71a603" providerId="ADAL" clId="{100BBC7B-7ACA-4A4D-BA33-DEF31D162335}" dt="2025-12-08T12:15:32.521" v="408" actId="1076"/>
          <ac:picMkLst>
            <pc:docMk/>
            <pc:sldMk cId="1618141787" sldId="257"/>
            <ac:picMk id="5" creationId="{EAFD7B17-8C63-C633-8D05-E8C5F492CED0}"/>
          </ac:picMkLst>
        </pc:picChg>
      </pc:sldChg>
      <pc:sldChg chg="addSp delSp modSp mod">
        <pc:chgData name="Luisa Dickenmann" userId="0c0840b0-1ae7-42c8-98b5-b02d8f71a603" providerId="ADAL" clId="{100BBC7B-7ACA-4A4D-BA33-DEF31D162335}" dt="2025-12-08T15:19:19.058" v="813" actId="1076"/>
        <pc:sldMkLst>
          <pc:docMk/>
          <pc:sldMk cId="4154756640" sldId="258"/>
        </pc:sldMkLst>
        <pc:spChg chg="mod">
          <ac:chgData name="Luisa Dickenmann" userId="0c0840b0-1ae7-42c8-98b5-b02d8f71a603" providerId="ADAL" clId="{100BBC7B-7ACA-4A4D-BA33-DEF31D162335}" dt="2025-12-08T15:19:19.058" v="813" actId="1076"/>
          <ac:spMkLst>
            <pc:docMk/>
            <pc:sldMk cId="4154756640" sldId="258"/>
            <ac:spMk id="2" creationId="{DED8D4A8-9316-1F4F-4391-A51F0AE12446}"/>
          </ac:spMkLst>
        </pc:spChg>
        <pc:spChg chg="add del mod">
          <ac:chgData name="Luisa Dickenmann" userId="0c0840b0-1ae7-42c8-98b5-b02d8f71a603" providerId="ADAL" clId="{100BBC7B-7ACA-4A4D-BA33-DEF31D162335}" dt="2025-12-08T13:49:42.448" v="441" actId="931"/>
          <ac:spMkLst>
            <pc:docMk/>
            <pc:sldMk cId="4154756640" sldId="258"/>
            <ac:spMk id="4" creationId="{8623E004-269D-DA9B-FE56-2A75D127167B}"/>
          </ac:spMkLst>
        </pc:spChg>
        <pc:picChg chg="add mod modCrop">
          <ac:chgData name="Luisa Dickenmann" userId="0c0840b0-1ae7-42c8-98b5-b02d8f71a603" providerId="ADAL" clId="{100BBC7B-7ACA-4A4D-BA33-DEF31D162335}" dt="2025-12-08T13:49:55.296" v="447" actId="1076"/>
          <ac:picMkLst>
            <pc:docMk/>
            <pc:sldMk cId="4154756640" sldId="258"/>
            <ac:picMk id="6" creationId="{60E642FF-9B67-83CD-BE65-139ECD5DC288}"/>
          </ac:picMkLst>
        </pc:picChg>
        <pc:picChg chg="del mod modCrop">
          <ac:chgData name="Luisa Dickenmann" userId="0c0840b0-1ae7-42c8-98b5-b02d8f71a603" providerId="ADAL" clId="{100BBC7B-7ACA-4A4D-BA33-DEF31D162335}" dt="2025-12-08T13:49:37.996" v="440" actId="478"/>
          <ac:picMkLst>
            <pc:docMk/>
            <pc:sldMk cId="4154756640" sldId="258"/>
            <ac:picMk id="13" creationId="{20E9ABAA-AE1B-6BCA-1B39-06C6C56C6344}"/>
          </ac:picMkLst>
        </pc:picChg>
      </pc:sldChg>
      <pc:sldChg chg="modSp mod">
        <pc:chgData name="Luisa Dickenmann" userId="0c0840b0-1ae7-42c8-98b5-b02d8f71a603" providerId="ADAL" clId="{100BBC7B-7ACA-4A4D-BA33-DEF31D162335}" dt="2025-12-08T15:19:10.499" v="812" actId="1076"/>
        <pc:sldMkLst>
          <pc:docMk/>
          <pc:sldMk cId="2740833318" sldId="259"/>
        </pc:sldMkLst>
        <pc:spChg chg="mod">
          <ac:chgData name="Luisa Dickenmann" userId="0c0840b0-1ae7-42c8-98b5-b02d8f71a603" providerId="ADAL" clId="{100BBC7B-7ACA-4A4D-BA33-DEF31D162335}" dt="2025-12-08T15:19:10.499" v="812" actId="1076"/>
          <ac:spMkLst>
            <pc:docMk/>
            <pc:sldMk cId="2740833318" sldId="259"/>
            <ac:spMk id="2" creationId="{EC37FC25-0092-D266-9369-B42C8B0A2DCD}"/>
          </ac:spMkLst>
        </pc:spChg>
        <pc:picChg chg="mod modCrop">
          <ac:chgData name="Luisa Dickenmann" userId="0c0840b0-1ae7-42c8-98b5-b02d8f71a603" providerId="ADAL" clId="{100BBC7B-7ACA-4A4D-BA33-DEF31D162335}" dt="2025-12-08T12:15:04.974" v="388" actId="1076"/>
          <ac:picMkLst>
            <pc:docMk/>
            <pc:sldMk cId="2740833318" sldId="259"/>
            <ac:picMk id="13" creationId="{DF5F4204-7DFC-D576-7935-B7E0866D43BB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08T12:01:51.656" v="165" actId="47"/>
        <pc:sldMkLst>
          <pc:docMk/>
          <pc:sldMk cId="3575966718" sldId="260"/>
        </pc:sldMkLst>
      </pc:sldChg>
      <pc:sldChg chg="addSp delSp modSp new mod">
        <pc:chgData name="Luisa Dickenmann" userId="0c0840b0-1ae7-42c8-98b5-b02d8f71a603" providerId="ADAL" clId="{100BBC7B-7ACA-4A4D-BA33-DEF31D162335}" dt="2025-12-08T15:19:33.932" v="816" actId="1076"/>
        <pc:sldMkLst>
          <pc:docMk/>
          <pc:sldMk cId="4018528445" sldId="261"/>
        </pc:sldMkLst>
        <pc:spChg chg="mod">
          <ac:chgData name="Luisa Dickenmann" userId="0c0840b0-1ae7-42c8-98b5-b02d8f71a603" providerId="ADAL" clId="{100BBC7B-7ACA-4A4D-BA33-DEF31D162335}" dt="2025-12-08T15:19:29.658" v="815" actId="1076"/>
          <ac:spMkLst>
            <pc:docMk/>
            <pc:sldMk cId="4018528445" sldId="261"/>
            <ac:spMk id="2" creationId="{32D9D9BF-2B66-09AD-138F-36386DDD5CDD}"/>
          </ac:spMkLst>
        </pc:spChg>
        <pc:spChg chg="add mod">
          <ac:chgData name="Luisa Dickenmann" userId="0c0840b0-1ae7-42c8-98b5-b02d8f71a603" providerId="ADAL" clId="{100BBC7B-7ACA-4A4D-BA33-DEF31D162335}" dt="2025-12-08T12:03:29.753" v="268" actId="20577"/>
          <ac:spMkLst>
            <pc:docMk/>
            <pc:sldMk cId="4018528445" sldId="261"/>
            <ac:spMk id="3" creationId="{3FEE3C62-7A17-B683-8845-1CC05C605A19}"/>
          </ac:spMkLst>
        </pc:spChg>
        <pc:spChg chg="add mod">
          <ac:chgData name="Luisa Dickenmann" userId="0c0840b0-1ae7-42c8-98b5-b02d8f71a603" providerId="ADAL" clId="{100BBC7B-7ACA-4A4D-BA33-DEF31D162335}" dt="2025-12-08T13:51:28.329" v="556" actId="1076"/>
          <ac:spMkLst>
            <pc:docMk/>
            <pc:sldMk cId="4018528445" sldId="261"/>
            <ac:spMk id="4" creationId="{E5DCEE24-4EB7-F051-422E-FF7AF5E0BE67}"/>
          </ac:spMkLst>
        </pc:spChg>
        <pc:picChg chg="add mod modCrop">
          <ac:chgData name="Luisa Dickenmann" userId="0c0840b0-1ae7-42c8-98b5-b02d8f71a603" providerId="ADAL" clId="{100BBC7B-7ACA-4A4D-BA33-DEF31D162335}" dt="2025-12-08T15:19:33.932" v="816" actId="1076"/>
          <ac:picMkLst>
            <pc:docMk/>
            <pc:sldMk cId="4018528445" sldId="261"/>
            <ac:picMk id="5" creationId="{C81AF245-CF10-C522-E0CE-18AABCB35AA8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8T15:19:07.001" v="811" actId="1076"/>
        <pc:sldMkLst>
          <pc:docMk/>
          <pc:sldMk cId="2468455985" sldId="262"/>
        </pc:sldMkLst>
        <pc:spChg chg="mod">
          <ac:chgData name="Luisa Dickenmann" userId="0c0840b0-1ae7-42c8-98b5-b02d8f71a603" providerId="ADAL" clId="{100BBC7B-7ACA-4A4D-BA33-DEF31D162335}" dt="2025-12-08T15:19:07.001" v="811" actId="1076"/>
          <ac:spMkLst>
            <pc:docMk/>
            <pc:sldMk cId="2468455985" sldId="262"/>
            <ac:spMk id="2" creationId="{186B59D3-816C-2A57-089A-EA265D288680}"/>
          </ac:spMkLst>
        </pc:spChg>
        <pc:spChg chg="del">
          <ac:chgData name="Luisa Dickenmann" userId="0c0840b0-1ae7-42c8-98b5-b02d8f71a603" providerId="ADAL" clId="{100BBC7B-7ACA-4A4D-BA33-DEF31D162335}" dt="2025-12-08T12:14:21.839" v="349" actId="931"/>
          <ac:spMkLst>
            <pc:docMk/>
            <pc:sldMk cId="2468455985" sldId="262"/>
            <ac:spMk id="3" creationId="{5082D910-5641-70E7-318E-1494D91CF015}"/>
          </ac:spMkLst>
        </pc:spChg>
        <pc:spChg chg="add mod">
          <ac:chgData name="Luisa Dickenmann" userId="0c0840b0-1ae7-42c8-98b5-b02d8f71a603" providerId="ADAL" clId="{100BBC7B-7ACA-4A4D-BA33-DEF31D162335}" dt="2025-12-08T13:50:55.797" v="517" actId="207"/>
          <ac:spMkLst>
            <pc:docMk/>
            <pc:sldMk cId="2468455985" sldId="262"/>
            <ac:spMk id="6" creationId="{85B2C7B7-4BA9-EB08-7CDD-E8CB7044D6E1}"/>
          </ac:spMkLst>
        </pc:spChg>
        <pc:picChg chg="add mod modCrop">
          <ac:chgData name="Luisa Dickenmann" userId="0c0840b0-1ae7-42c8-98b5-b02d8f71a603" providerId="ADAL" clId="{100BBC7B-7ACA-4A4D-BA33-DEF31D162335}" dt="2025-12-08T12:14:55.072" v="385" actId="1076"/>
          <ac:picMkLst>
            <pc:docMk/>
            <pc:sldMk cId="2468455985" sldId="262"/>
            <ac:picMk id="5" creationId="{73E0993F-5E9C-1D30-1C0B-6E7EB90E7028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8T13:52:07.130" v="566" actId="14100"/>
        <pc:sldMkLst>
          <pc:docMk/>
          <pc:sldMk cId="366536072" sldId="263"/>
        </pc:sldMkLst>
        <pc:spChg chg="mod">
          <ac:chgData name="Luisa Dickenmann" userId="0c0840b0-1ae7-42c8-98b5-b02d8f71a603" providerId="ADAL" clId="{100BBC7B-7ACA-4A4D-BA33-DEF31D162335}" dt="2025-12-08T13:51:56.361" v="563" actId="1076"/>
          <ac:spMkLst>
            <pc:docMk/>
            <pc:sldMk cId="366536072" sldId="263"/>
            <ac:spMk id="2" creationId="{B4D941A4-7800-BF6D-3047-19A2F1FFE400}"/>
          </ac:spMkLst>
        </pc:spChg>
        <pc:spChg chg="del">
          <ac:chgData name="Luisa Dickenmann" userId="0c0840b0-1ae7-42c8-98b5-b02d8f71a603" providerId="ADAL" clId="{100BBC7B-7ACA-4A4D-BA33-DEF31D162335}" dt="2025-12-08T11:57:37.698" v="109" actId="931"/>
          <ac:spMkLst>
            <pc:docMk/>
            <pc:sldMk cId="366536072" sldId="263"/>
            <ac:spMk id="3" creationId="{AC727228-8F6E-4303-82F6-D5F4357795D7}"/>
          </ac:spMkLst>
        </pc:spChg>
        <pc:picChg chg="add mod modCrop">
          <ac:chgData name="Luisa Dickenmann" userId="0c0840b0-1ae7-42c8-98b5-b02d8f71a603" providerId="ADAL" clId="{100BBC7B-7ACA-4A4D-BA33-DEF31D162335}" dt="2025-12-08T13:52:07.130" v="566" actId="14100"/>
          <ac:picMkLst>
            <pc:docMk/>
            <pc:sldMk cId="366536072" sldId="263"/>
            <ac:picMk id="5" creationId="{74CD08E0-9A64-49FE-60CB-7BB27C2718EC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3:53:27.116" v="594" actId="1076"/>
        <pc:sldMkLst>
          <pc:docMk/>
          <pc:sldMk cId="1505597422" sldId="264"/>
        </pc:sldMkLst>
        <pc:spChg chg="mod">
          <ac:chgData name="Luisa Dickenmann" userId="0c0840b0-1ae7-42c8-98b5-b02d8f71a603" providerId="ADAL" clId="{100BBC7B-7ACA-4A4D-BA33-DEF31D162335}" dt="2025-12-08T13:53:13.258" v="588" actId="1076"/>
          <ac:spMkLst>
            <pc:docMk/>
            <pc:sldMk cId="1505597422" sldId="264"/>
            <ac:spMk id="2" creationId="{87423E70-6AE2-13AB-B9D6-DFD4DC3807B8}"/>
          </ac:spMkLst>
        </pc:spChg>
        <pc:spChg chg="del">
          <ac:chgData name="Luisa Dickenmann" userId="0c0840b0-1ae7-42c8-98b5-b02d8f71a603" providerId="ADAL" clId="{100BBC7B-7ACA-4A4D-BA33-DEF31D162335}" dt="2025-12-08T12:02:21.112" v="174" actId="931"/>
          <ac:spMkLst>
            <pc:docMk/>
            <pc:sldMk cId="1505597422" sldId="264"/>
            <ac:spMk id="3" creationId="{8E71B790-1314-9531-7375-6100B66ED4C6}"/>
          </ac:spMkLst>
        </pc:spChg>
        <pc:picChg chg="add mod modCrop">
          <ac:chgData name="Luisa Dickenmann" userId="0c0840b0-1ae7-42c8-98b5-b02d8f71a603" providerId="ADAL" clId="{100BBC7B-7ACA-4A4D-BA33-DEF31D162335}" dt="2025-12-08T13:53:27.116" v="594" actId="1076"/>
          <ac:picMkLst>
            <pc:docMk/>
            <pc:sldMk cId="1505597422" sldId="264"/>
            <ac:picMk id="5" creationId="{16D65E6A-4EF0-6D4D-7682-EC32F509A222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8T13:53:02.688" v="585" actId="14100"/>
        <pc:sldMkLst>
          <pc:docMk/>
          <pc:sldMk cId="1309389261" sldId="265"/>
        </pc:sldMkLst>
        <pc:spChg chg="mod">
          <ac:chgData name="Luisa Dickenmann" userId="0c0840b0-1ae7-42c8-98b5-b02d8f71a603" providerId="ADAL" clId="{100BBC7B-7ACA-4A4D-BA33-DEF31D162335}" dt="2025-12-08T11:59:32.016" v="159" actId="20577"/>
          <ac:spMkLst>
            <pc:docMk/>
            <pc:sldMk cId="1309389261" sldId="265"/>
            <ac:spMk id="2" creationId="{E5EB79DC-5387-676F-0683-1D49454F40B3}"/>
          </ac:spMkLst>
        </pc:spChg>
        <pc:spChg chg="del">
          <ac:chgData name="Luisa Dickenmann" userId="0c0840b0-1ae7-42c8-98b5-b02d8f71a603" providerId="ADAL" clId="{100BBC7B-7ACA-4A4D-BA33-DEF31D162335}" dt="2025-12-08T12:01:07.416" v="160" actId="931"/>
          <ac:spMkLst>
            <pc:docMk/>
            <pc:sldMk cId="1309389261" sldId="265"/>
            <ac:spMk id="3" creationId="{B7445A8B-7D82-B218-76BE-38031B3A0D80}"/>
          </ac:spMkLst>
        </pc:spChg>
        <pc:spChg chg="add mod">
          <ac:chgData name="Luisa Dickenmann" userId="0c0840b0-1ae7-42c8-98b5-b02d8f71a603" providerId="ADAL" clId="{100BBC7B-7ACA-4A4D-BA33-DEF31D162335}" dt="2025-12-08T12:04:10.651" v="348" actId="1076"/>
          <ac:spMkLst>
            <pc:docMk/>
            <pc:sldMk cId="1309389261" sldId="265"/>
            <ac:spMk id="6" creationId="{88649343-2493-E174-DAD2-92A791FD7486}"/>
          </ac:spMkLst>
        </pc:spChg>
        <pc:spChg chg="add mod">
          <ac:chgData name="Luisa Dickenmann" userId="0c0840b0-1ae7-42c8-98b5-b02d8f71a603" providerId="ADAL" clId="{100BBC7B-7ACA-4A4D-BA33-DEF31D162335}" dt="2025-12-08T13:52:36.650" v="581" actId="14100"/>
          <ac:spMkLst>
            <pc:docMk/>
            <pc:sldMk cId="1309389261" sldId="265"/>
            <ac:spMk id="7" creationId="{93CF37AE-0442-D191-0D72-30187F796763}"/>
          </ac:spMkLst>
        </pc:spChg>
        <pc:picChg chg="add mod modCrop">
          <ac:chgData name="Luisa Dickenmann" userId="0c0840b0-1ae7-42c8-98b5-b02d8f71a603" providerId="ADAL" clId="{100BBC7B-7ACA-4A4D-BA33-DEF31D162335}" dt="2025-12-08T13:53:02.688" v="585" actId="14100"/>
          <ac:picMkLst>
            <pc:docMk/>
            <pc:sldMk cId="1309389261" sldId="265"/>
            <ac:picMk id="5" creationId="{A613A6A1-D807-9828-02A8-F458A86438B3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8T15:19:02.474" v="810" actId="1076"/>
        <pc:sldMkLst>
          <pc:docMk/>
          <pc:sldMk cId="522262804" sldId="266"/>
        </pc:sldMkLst>
        <pc:spChg chg="mod">
          <ac:chgData name="Luisa Dickenmann" userId="0c0840b0-1ae7-42c8-98b5-b02d8f71a603" providerId="ADAL" clId="{100BBC7B-7ACA-4A4D-BA33-DEF31D162335}" dt="2025-12-08T15:19:02.474" v="810" actId="1076"/>
          <ac:spMkLst>
            <pc:docMk/>
            <pc:sldMk cId="522262804" sldId="266"/>
            <ac:spMk id="2" creationId="{88E45658-7DE4-99A0-DD6E-14745BC00932}"/>
          </ac:spMkLst>
        </pc:spChg>
        <pc:spChg chg="del">
          <ac:chgData name="Luisa Dickenmann" userId="0c0840b0-1ae7-42c8-98b5-b02d8f71a603" providerId="ADAL" clId="{100BBC7B-7ACA-4A4D-BA33-DEF31D162335}" dt="2025-12-08T12:17:17.488" v="427" actId="931"/>
          <ac:spMkLst>
            <pc:docMk/>
            <pc:sldMk cId="522262804" sldId="266"/>
            <ac:spMk id="3" creationId="{A23DF43B-180F-6577-FD50-EEDB2C1CCCB5}"/>
          </ac:spMkLst>
        </pc:spChg>
        <pc:spChg chg="add mod">
          <ac:chgData name="Luisa Dickenmann" userId="0c0840b0-1ae7-42c8-98b5-b02d8f71a603" providerId="ADAL" clId="{100BBC7B-7ACA-4A4D-BA33-DEF31D162335}" dt="2025-12-08T13:51:08.123" v="525" actId="1076"/>
          <ac:spMkLst>
            <pc:docMk/>
            <pc:sldMk cId="522262804" sldId="266"/>
            <ac:spMk id="6" creationId="{BC044F4B-72E6-AB1B-4698-07642C2B12A6}"/>
          </ac:spMkLst>
        </pc:spChg>
        <pc:spChg chg="add del mod">
          <ac:chgData name="Luisa Dickenmann" userId="0c0840b0-1ae7-42c8-98b5-b02d8f71a603" providerId="ADAL" clId="{100BBC7B-7ACA-4A4D-BA33-DEF31D162335}" dt="2025-12-08T14:19:58.755" v="634" actId="931"/>
          <ac:spMkLst>
            <pc:docMk/>
            <pc:sldMk cId="522262804" sldId="266"/>
            <ac:spMk id="8" creationId="{1E182486-652B-51B1-0DB4-87FCBC4202F4}"/>
          </ac:spMkLst>
        </pc:spChg>
        <pc:picChg chg="add del mod modCrop">
          <ac:chgData name="Luisa Dickenmann" userId="0c0840b0-1ae7-42c8-98b5-b02d8f71a603" providerId="ADAL" clId="{100BBC7B-7ACA-4A4D-BA33-DEF31D162335}" dt="2025-12-08T14:19:55.360" v="633" actId="478"/>
          <ac:picMkLst>
            <pc:docMk/>
            <pc:sldMk cId="522262804" sldId="266"/>
            <ac:picMk id="5" creationId="{4B09988F-19A5-4E3F-2A12-E557FFF1503B}"/>
          </ac:picMkLst>
        </pc:picChg>
        <pc:picChg chg="add mod modCrop">
          <ac:chgData name="Luisa Dickenmann" userId="0c0840b0-1ae7-42c8-98b5-b02d8f71a603" providerId="ADAL" clId="{100BBC7B-7ACA-4A4D-BA33-DEF31D162335}" dt="2025-12-08T14:20:08.302" v="639" actId="14100"/>
          <ac:picMkLst>
            <pc:docMk/>
            <pc:sldMk cId="522262804" sldId="266"/>
            <ac:picMk id="10" creationId="{8BA279B2-C990-BC1D-5784-CB13A3FEFDBE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5:18:31.556" v="806"/>
        <pc:sldMkLst>
          <pc:docMk/>
          <pc:sldMk cId="71374995" sldId="267"/>
        </pc:sldMkLst>
        <pc:spChg chg="mod">
          <ac:chgData name="Luisa Dickenmann" userId="0c0840b0-1ae7-42c8-98b5-b02d8f71a603" providerId="ADAL" clId="{100BBC7B-7ACA-4A4D-BA33-DEF31D162335}" dt="2025-12-08T15:01:08.428" v="754" actId="1076"/>
          <ac:spMkLst>
            <pc:docMk/>
            <pc:sldMk cId="71374995" sldId="267"/>
            <ac:spMk id="2" creationId="{3924B841-9362-0383-46CC-CFFBEFEFB90A}"/>
          </ac:spMkLst>
        </pc:spChg>
        <pc:spChg chg="del">
          <ac:chgData name="Luisa Dickenmann" userId="0c0840b0-1ae7-42c8-98b5-b02d8f71a603" providerId="ADAL" clId="{100BBC7B-7ACA-4A4D-BA33-DEF31D162335}" dt="2025-12-08T15:00:56.102" v="749" actId="931"/>
          <ac:spMkLst>
            <pc:docMk/>
            <pc:sldMk cId="71374995" sldId="267"/>
            <ac:spMk id="3" creationId="{C5D45000-2327-9F64-320C-7F13070C3D6D}"/>
          </ac:spMkLst>
        </pc:spChg>
        <pc:picChg chg="add mod modCrop">
          <ac:chgData name="Luisa Dickenmann" userId="0c0840b0-1ae7-42c8-98b5-b02d8f71a603" providerId="ADAL" clId="{100BBC7B-7ACA-4A4D-BA33-DEF31D162335}" dt="2025-12-08T15:01:16.791" v="758" actId="1076"/>
          <ac:picMkLst>
            <pc:docMk/>
            <pc:sldMk cId="71374995" sldId="267"/>
            <ac:picMk id="5" creationId="{A1CE5F60-A8AD-E47F-B1ED-5F1950277951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5:18:11.277" v="798"/>
        <pc:sldMkLst>
          <pc:docMk/>
          <pc:sldMk cId="1284769585" sldId="268"/>
        </pc:sldMkLst>
        <pc:spChg chg="mod">
          <ac:chgData name="Luisa Dickenmann" userId="0c0840b0-1ae7-42c8-98b5-b02d8f71a603" providerId="ADAL" clId="{100BBC7B-7ACA-4A4D-BA33-DEF31D162335}" dt="2025-12-08T14:24:36.668" v="735" actId="1076"/>
          <ac:spMkLst>
            <pc:docMk/>
            <pc:sldMk cId="1284769585" sldId="268"/>
            <ac:spMk id="2" creationId="{26A2107B-1EA8-BA64-B10E-8A0B8E21FB4C}"/>
          </ac:spMkLst>
        </pc:spChg>
        <pc:spChg chg="del">
          <ac:chgData name="Luisa Dickenmann" userId="0c0840b0-1ae7-42c8-98b5-b02d8f71a603" providerId="ADAL" clId="{100BBC7B-7ACA-4A4D-BA33-DEF31D162335}" dt="2025-12-08T14:20:40.187" v="677" actId="931"/>
          <ac:spMkLst>
            <pc:docMk/>
            <pc:sldMk cId="1284769585" sldId="268"/>
            <ac:spMk id="3" creationId="{2D475B74-E9C3-E334-CE1D-1F2D91223DCD}"/>
          </ac:spMkLst>
        </pc:spChg>
        <pc:spChg chg="add del mod">
          <ac:chgData name="Luisa Dickenmann" userId="0c0840b0-1ae7-42c8-98b5-b02d8f71a603" providerId="ADAL" clId="{100BBC7B-7ACA-4A4D-BA33-DEF31D162335}" dt="2025-12-08T14:21:00.340" v="681" actId="931"/>
          <ac:spMkLst>
            <pc:docMk/>
            <pc:sldMk cId="1284769585" sldId="268"/>
            <ac:spMk id="7" creationId="{B5DE2E83-425E-06E0-4757-0E1D976A3F01}"/>
          </ac:spMkLst>
        </pc:spChg>
        <pc:spChg chg="add del mod">
          <ac:chgData name="Luisa Dickenmann" userId="0c0840b0-1ae7-42c8-98b5-b02d8f71a603" providerId="ADAL" clId="{100BBC7B-7ACA-4A4D-BA33-DEF31D162335}" dt="2025-12-08T14:21:39.809" v="685" actId="931"/>
          <ac:spMkLst>
            <pc:docMk/>
            <pc:sldMk cId="1284769585" sldId="268"/>
            <ac:spMk id="11" creationId="{B0ABEDB3-CC77-573F-8715-0AD9B422EB55}"/>
          </ac:spMkLst>
        </pc:spChg>
        <pc:spChg chg="add del mod">
          <ac:chgData name="Luisa Dickenmann" userId="0c0840b0-1ae7-42c8-98b5-b02d8f71a603" providerId="ADAL" clId="{100BBC7B-7ACA-4A4D-BA33-DEF31D162335}" dt="2025-12-08T14:25:04.840" v="742" actId="478"/>
          <ac:spMkLst>
            <pc:docMk/>
            <pc:sldMk cId="1284769585" sldId="268"/>
            <ac:spMk id="14" creationId="{335AFEB9-6171-80FA-9AA3-57C19E453BED}"/>
          </ac:spMkLst>
        </pc:spChg>
        <pc:spChg chg="add del mod">
          <ac:chgData name="Luisa Dickenmann" userId="0c0840b0-1ae7-42c8-98b5-b02d8f71a603" providerId="ADAL" clId="{100BBC7B-7ACA-4A4D-BA33-DEF31D162335}" dt="2025-12-08T14:46:18.764" v="744" actId="931"/>
          <ac:spMkLst>
            <pc:docMk/>
            <pc:sldMk cId="1284769585" sldId="268"/>
            <ac:spMk id="16" creationId="{8A56E870-4677-2A40-2F05-D20449CF7C8B}"/>
          </ac:spMkLst>
        </pc:spChg>
        <pc:picChg chg="add del mod">
          <ac:chgData name="Luisa Dickenmann" userId="0c0840b0-1ae7-42c8-98b5-b02d8f71a603" providerId="ADAL" clId="{100BBC7B-7ACA-4A4D-BA33-DEF31D162335}" dt="2025-12-08T14:20:56.823" v="680" actId="478"/>
          <ac:picMkLst>
            <pc:docMk/>
            <pc:sldMk cId="1284769585" sldId="268"/>
            <ac:picMk id="5" creationId="{65C0BBCC-2E2F-A9EF-5563-686DE2B356BE}"/>
          </ac:picMkLst>
        </pc:picChg>
        <pc:picChg chg="add del mod">
          <ac:chgData name="Luisa Dickenmann" userId="0c0840b0-1ae7-42c8-98b5-b02d8f71a603" providerId="ADAL" clId="{100BBC7B-7ACA-4A4D-BA33-DEF31D162335}" dt="2025-12-08T14:21:33.116" v="684" actId="478"/>
          <ac:picMkLst>
            <pc:docMk/>
            <pc:sldMk cId="1284769585" sldId="268"/>
            <ac:picMk id="9" creationId="{B83F64B8-3184-EC00-46E8-5D501A9CF1FC}"/>
          </ac:picMkLst>
        </pc:picChg>
        <pc:picChg chg="add del mod">
          <ac:chgData name="Luisa Dickenmann" userId="0c0840b0-1ae7-42c8-98b5-b02d8f71a603" providerId="ADAL" clId="{100BBC7B-7ACA-4A4D-BA33-DEF31D162335}" dt="2025-12-08T14:46:11.754" v="743" actId="478"/>
          <ac:picMkLst>
            <pc:docMk/>
            <pc:sldMk cId="1284769585" sldId="268"/>
            <ac:picMk id="13" creationId="{2371C52C-BD47-B2CB-3B8A-0C572B64175C}"/>
          </ac:picMkLst>
        </pc:picChg>
        <pc:picChg chg="add mod">
          <ac:chgData name="Luisa Dickenmann" userId="0c0840b0-1ae7-42c8-98b5-b02d8f71a603" providerId="ADAL" clId="{100BBC7B-7ACA-4A4D-BA33-DEF31D162335}" dt="2025-12-08T14:46:25.582" v="748" actId="14100"/>
          <ac:picMkLst>
            <pc:docMk/>
            <pc:sldMk cId="1284769585" sldId="268"/>
            <ac:picMk id="18" creationId="{46EE900A-3FC4-6135-E0EC-34BB7B49279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5:18:28.525" v="804"/>
        <pc:sldMkLst>
          <pc:docMk/>
          <pc:sldMk cId="1264928361" sldId="269"/>
        </pc:sldMkLst>
        <pc:spChg chg="del">
          <ac:chgData name="Luisa Dickenmann" userId="0c0840b0-1ae7-42c8-98b5-b02d8f71a603" providerId="ADAL" clId="{100BBC7B-7ACA-4A4D-BA33-DEF31D162335}" dt="2025-12-08T14:24:18.526" v="706"/>
          <ac:spMkLst>
            <pc:docMk/>
            <pc:sldMk cId="1264928361" sldId="269"/>
            <ac:spMk id="2" creationId="{DB86227E-8BC9-48C2-4954-7A70664D246C}"/>
          </ac:spMkLst>
        </pc:spChg>
        <pc:spChg chg="del">
          <ac:chgData name="Luisa Dickenmann" userId="0c0840b0-1ae7-42c8-98b5-b02d8f71a603" providerId="ADAL" clId="{100BBC7B-7ACA-4A4D-BA33-DEF31D162335}" dt="2025-12-08T15:17:36.340" v="789" actId="931"/>
          <ac:spMkLst>
            <pc:docMk/>
            <pc:sldMk cId="1264928361" sldId="269"/>
            <ac:spMk id="3" creationId="{6ECA84FA-A3F6-E9F8-BAC9-5B792C4C5144}"/>
          </ac:spMkLst>
        </pc:spChg>
        <pc:spChg chg="add mod">
          <ac:chgData name="Luisa Dickenmann" userId="0c0840b0-1ae7-42c8-98b5-b02d8f71a603" providerId="ADAL" clId="{100BBC7B-7ACA-4A4D-BA33-DEF31D162335}" dt="2025-12-08T15:17:39.682" v="792" actId="1076"/>
          <ac:spMkLst>
            <pc:docMk/>
            <pc:sldMk cId="1264928361" sldId="269"/>
            <ac:spMk id="4" creationId="{C2C95541-CA90-A88F-7649-31BAE83914A4}"/>
          </ac:spMkLst>
        </pc:spChg>
        <pc:picChg chg="add mod modCrop">
          <ac:chgData name="Luisa Dickenmann" userId="0c0840b0-1ae7-42c8-98b5-b02d8f71a603" providerId="ADAL" clId="{100BBC7B-7ACA-4A4D-BA33-DEF31D162335}" dt="2025-12-08T15:17:49.873" v="796" actId="1076"/>
          <ac:picMkLst>
            <pc:docMk/>
            <pc:sldMk cId="1264928361" sldId="269"/>
            <ac:picMk id="6" creationId="{AD890090-EF65-13CD-3F06-580B5D3AF2EB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5:44:55.261" v="896" actId="1036"/>
        <pc:sldMkLst>
          <pc:docMk/>
          <pc:sldMk cId="2413059109" sldId="270"/>
        </pc:sldMkLst>
        <pc:spChg chg="del">
          <ac:chgData name="Luisa Dickenmann" userId="0c0840b0-1ae7-42c8-98b5-b02d8f71a603" providerId="ADAL" clId="{100BBC7B-7ACA-4A4D-BA33-DEF31D162335}" dt="2025-12-08T14:24:26.085" v="728"/>
          <ac:spMkLst>
            <pc:docMk/>
            <pc:sldMk cId="2413059109" sldId="270"/>
            <ac:spMk id="2" creationId="{60427FBF-51B3-79E2-8BBC-2D3361A7FFA4}"/>
          </ac:spMkLst>
        </pc:spChg>
        <pc:spChg chg="del">
          <ac:chgData name="Luisa Dickenmann" userId="0c0840b0-1ae7-42c8-98b5-b02d8f71a603" providerId="ADAL" clId="{100BBC7B-7ACA-4A4D-BA33-DEF31D162335}" dt="2025-12-08T15:42:35.550" v="851" actId="931"/>
          <ac:spMkLst>
            <pc:docMk/>
            <pc:sldMk cId="2413059109" sldId="270"/>
            <ac:spMk id="3" creationId="{1C15EAB5-15B8-86BD-3419-353AA073DC02}"/>
          </ac:spMkLst>
        </pc:spChg>
        <pc:spChg chg="add mod">
          <ac:chgData name="Luisa Dickenmann" userId="0c0840b0-1ae7-42c8-98b5-b02d8f71a603" providerId="ADAL" clId="{100BBC7B-7ACA-4A4D-BA33-DEF31D162335}" dt="2025-12-08T15:42:29.661" v="850" actId="1076"/>
          <ac:spMkLst>
            <pc:docMk/>
            <pc:sldMk cId="2413059109" sldId="270"/>
            <ac:spMk id="4" creationId="{F351BBFA-4D62-6F56-D9B2-084422C226AB}"/>
          </ac:spMkLst>
        </pc:spChg>
        <pc:spChg chg="add del mod">
          <ac:chgData name="Luisa Dickenmann" userId="0c0840b0-1ae7-42c8-98b5-b02d8f71a603" providerId="ADAL" clId="{100BBC7B-7ACA-4A4D-BA33-DEF31D162335}" dt="2025-12-08T15:43:10.605" v="855" actId="931"/>
          <ac:spMkLst>
            <pc:docMk/>
            <pc:sldMk cId="2413059109" sldId="270"/>
            <ac:spMk id="8" creationId="{4F4988D8-FD40-C370-7F4A-A91BFA267D2E}"/>
          </ac:spMkLst>
        </pc:spChg>
        <pc:picChg chg="add del mod">
          <ac:chgData name="Luisa Dickenmann" userId="0c0840b0-1ae7-42c8-98b5-b02d8f71a603" providerId="ADAL" clId="{100BBC7B-7ACA-4A4D-BA33-DEF31D162335}" dt="2025-12-08T15:43:05.724" v="854" actId="478"/>
          <ac:picMkLst>
            <pc:docMk/>
            <pc:sldMk cId="2413059109" sldId="270"/>
            <ac:picMk id="6" creationId="{8A8DF9E4-C9E1-F6E5-FFA0-CFA7CDFD4E3A}"/>
          </ac:picMkLst>
        </pc:picChg>
        <pc:picChg chg="add mod">
          <ac:chgData name="Luisa Dickenmann" userId="0c0840b0-1ae7-42c8-98b5-b02d8f71a603" providerId="ADAL" clId="{100BBC7B-7ACA-4A4D-BA33-DEF31D162335}" dt="2025-12-08T15:44:55.261" v="896" actId="1036"/>
          <ac:picMkLst>
            <pc:docMk/>
            <pc:sldMk cId="2413059109" sldId="270"/>
            <ac:picMk id="10" creationId="{EA175353-6AD5-76CA-2329-CCA6E2F2F8DA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5:18:36.915" v="809" actId="1076"/>
        <pc:sldMkLst>
          <pc:docMk/>
          <pc:sldMk cId="985959284" sldId="271"/>
        </pc:sldMkLst>
        <pc:spChg chg="mod">
          <ac:chgData name="Luisa Dickenmann" userId="0c0840b0-1ae7-42c8-98b5-b02d8f71a603" providerId="ADAL" clId="{100BBC7B-7ACA-4A4D-BA33-DEF31D162335}" dt="2025-12-08T15:11:51.465" v="783" actId="1076"/>
          <ac:spMkLst>
            <pc:docMk/>
            <pc:sldMk cId="985959284" sldId="271"/>
            <ac:spMk id="2" creationId="{168C75FB-2C6E-BD4A-0495-ABAEC6CE37D7}"/>
          </ac:spMkLst>
        </pc:spChg>
        <pc:spChg chg="del">
          <ac:chgData name="Luisa Dickenmann" userId="0c0840b0-1ae7-42c8-98b5-b02d8f71a603" providerId="ADAL" clId="{100BBC7B-7ACA-4A4D-BA33-DEF31D162335}" dt="2025-12-08T15:16:07.123" v="784" actId="931"/>
          <ac:spMkLst>
            <pc:docMk/>
            <pc:sldMk cId="985959284" sldId="271"/>
            <ac:spMk id="3" creationId="{E5D6C9AB-0E03-A8A4-1D6D-D9993A18A725}"/>
          </ac:spMkLst>
        </pc:spChg>
        <pc:picChg chg="add mod">
          <ac:chgData name="Luisa Dickenmann" userId="0c0840b0-1ae7-42c8-98b5-b02d8f71a603" providerId="ADAL" clId="{100BBC7B-7ACA-4A4D-BA33-DEF31D162335}" dt="2025-12-08T15:18:36.915" v="809" actId="1076"/>
          <ac:picMkLst>
            <pc:docMk/>
            <pc:sldMk cId="985959284" sldId="271"/>
            <ac:picMk id="5" creationId="{6226C969-854B-D7FD-DFE0-FB7D108928AD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8T15:44:35.582" v="879" actId="14100"/>
        <pc:sldMkLst>
          <pc:docMk/>
          <pc:sldMk cId="4087577250" sldId="272"/>
        </pc:sldMkLst>
        <pc:spChg chg="mod">
          <ac:chgData name="Luisa Dickenmann" userId="0c0840b0-1ae7-42c8-98b5-b02d8f71a603" providerId="ADAL" clId="{100BBC7B-7ACA-4A4D-BA33-DEF31D162335}" dt="2025-12-08T15:42:24.710" v="849" actId="1076"/>
          <ac:spMkLst>
            <pc:docMk/>
            <pc:sldMk cId="4087577250" sldId="272"/>
            <ac:spMk id="2" creationId="{DBBAC9F3-8100-D77A-023E-C972C89795AC}"/>
          </ac:spMkLst>
        </pc:spChg>
        <pc:spChg chg="del">
          <ac:chgData name="Luisa Dickenmann" userId="0c0840b0-1ae7-42c8-98b5-b02d8f71a603" providerId="ADAL" clId="{100BBC7B-7ACA-4A4D-BA33-DEF31D162335}" dt="2025-12-08T15:43:14.965" v="857" actId="931"/>
          <ac:spMkLst>
            <pc:docMk/>
            <pc:sldMk cId="4087577250" sldId="272"/>
            <ac:spMk id="3" creationId="{C66BD223-4350-C820-7AF7-260F8A9F05F9}"/>
          </ac:spMkLst>
        </pc:spChg>
        <pc:spChg chg="add del mod">
          <ac:chgData name="Luisa Dickenmann" userId="0c0840b0-1ae7-42c8-98b5-b02d8f71a603" providerId="ADAL" clId="{100BBC7B-7ACA-4A4D-BA33-DEF31D162335}" dt="2025-12-08T15:44:12.727" v="867" actId="931"/>
          <ac:spMkLst>
            <pc:docMk/>
            <pc:sldMk cId="4087577250" sldId="272"/>
            <ac:spMk id="7" creationId="{8D6C9324-A5FD-0775-4747-C7FE69E1A6DE}"/>
          </ac:spMkLst>
        </pc:spChg>
        <pc:picChg chg="add del mod modCrop">
          <ac:chgData name="Luisa Dickenmann" userId="0c0840b0-1ae7-42c8-98b5-b02d8f71a603" providerId="ADAL" clId="{100BBC7B-7ACA-4A4D-BA33-DEF31D162335}" dt="2025-12-08T15:44:08.979" v="866" actId="478"/>
          <ac:picMkLst>
            <pc:docMk/>
            <pc:sldMk cId="4087577250" sldId="272"/>
            <ac:picMk id="5" creationId="{126834C1-AB21-229E-A7E1-0CCF3D851590}"/>
          </ac:picMkLst>
        </pc:picChg>
        <pc:picChg chg="add mod modCrop">
          <ac:chgData name="Luisa Dickenmann" userId="0c0840b0-1ae7-42c8-98b5-b02d8f71a603" providerId="ADAL" clId="{100BBC7B-7ACA-4A4D-BA33-DEF31D162335}" dt="2025-12-08T15:44:35.582" v="879" actId="14100"/>
          <ac:picMkLst>
            <pc:docMk/>
            <pc:sldMk cId="4087577250" sldId="272"/>
            <ac:picMk id="9" creationId="{11EA4D3C-9827-BB96-BA2A-29A5ABBE1BA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11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396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3912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591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608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55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29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8388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768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5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03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08/12/2025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34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3DD0-AE3F-D3E2-F3E2-C238F204CB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Rapid Adaptation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83D34-8A1D-D796-FB8C-6E3E45D3A0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sz="2900" i="1" dirty="0"/>
              <a:t>Pinus contorta</a:t>
            </a:r>
          </a:p>
          <a:p>
            <a:endParaRPr lang="de-CH" sz="2900" i="1" dirty="0"/>
          </a:p>
          <a:p>
            <a:r>
              <a:rPr lang="de-CH" sz="2900" b="1" dirty="0"/>
              <a:t>Data exploration</a:t>
            </a:r>
            <a:endParaRPr lang="en-GB" sz="2900" b="1" dirty="0"/>
          </a:p>
        </p:txBody>
      </p:sp>
    </p:spTree>
    <p:extLst>
      <p:ext uri="{BB962C8B-B14F-4D97-AF65-F5344CB8AC3E}">
        <p14:creationId xmlns:p14="http://schemas.microsoft.com/office/powerpoint/2010/main" val="3154772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0C2D-403E-AF7F-8AEE-86B35FE4E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0" y="213360"/>
            <a:ext cx="9875520" cy="1356360"/>
          </a:xfrm>
        </p:spPr>
        <p:txBody>
          <a:bodyPr/>
          <a:lstStyle/>
          <a:p>
            <a:r>
              <a:rPr lang="de-CH" dirty="0"/>
              <a:t>Tree status – 2024-2025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FD7B17-8C63-C633-8D05-E8C5F492C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5"/>
          <a:stretch/>
        </p:blipFill>
        <p:spPr>
          <a:xfrm>
            <a:off x="1240240" y="1280160"/>
            <a:ext cx="9273909" cy="527317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AB7877-6A7E-90C1-8A72-F78A798BE679}"/>
              </a:ext>
            </a:extLst>
          </p:cNvPr>
          <p:cNvSpPr txBox="1"/>
          <p:nvPr/>
        </p:nvSpPr>
        <p:spPr>
          <a:xfrm>
            <a:off x="7132320" y="706874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n = 780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8141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AD890090-EF65-13CD-3F06-580B5D3AF2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60"/>
          <a:stretch/>
        </p:blipFill>
        <p:spPr>
          <a:xfrm>
            <a:off x="1452880" y="1349888"/>
            <a:ext cx="9286240" cy="5264272"/>
          </a:xfr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2C95541-CA90-A88F-7649-31BAE8391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838" cy="1355725"/>
          </a:xfrm>
        </p:spPr>
        <p:txBody>
          <a:bodyPr/>
          <a:lstStyle/>
          <a:p>
            <a:r>
              <a:rPr lang="de-CH" dirty="0"/>
              <a:t>Status – by Provenance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4928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4B841-9362-0383-46CC-CFFBEFEF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33680"/>
            <a:ext cx="9875520" cy="1356360"/>
          </a:xfrm>
        </p:spPr>
        <p:txBody>
          <a:bodyPr/>
          <a:lstStyle/>
          <a:p>
            <a:r>
              <a:rPr lang="de-CH" dirty="0"/>
              <a:t>Status – by Type</a:t>
            </a:r>
            <a:endParaRPr lang="en-GB" dirty="0"/>
          </a:p>
        </p:txBody>
      </p:sp>
      <p:pic>
        <p:nvPicPr>
          <p:cNvPr id="5" name="Content Placeholder 4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A1CE5F60-A8AD-E47F-B1ED-5F19502779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30"/>
          <a:stretch/>
        </p:blipFill>
        <p:spPr>
          <a:xfrm>
            <a:off x="1413847" y="1229360"/>
            <a:ext cx="9364306" cy="5293360"/>
          </a:xfrm>
        </p:spPr>
      </p:pic>
    </p:spTree>
    <p:extLst>
      <p:ext uri="{BB962C8B-B14F-4D97-AF65-F5344CB8AC3E}">
        <p14:creationId xmlns:p14="http://schemas.microsoft.com/office/powerpoint/2010/main" val="71374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351BBFA-4D62-6F56-D9B2-084422C22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13360"/>
            <a:ext cx="9875838" cy="1355725"/>
          </a:xfrm>
        </p:spPr>
        <p:txBody>
          <a:bodyPr/>
          <a:lstStyle/>
          <a:p>
            <a:r>
              <a:rPr lang="de-CH" dirty="0"/>
              <a:t>Status – by Block</a:t>
            </a:r>
            <a:endParaRPr lang="en-GB" dirty="0"/>
          </a:p>
        </p:txBody>
      </p:sp>
      <p:pic>
        <p:nvPicPr>
          <p:cNvPr id="10" name="Content Placeholder 9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EA175353-6AD5-76CA-2329-CCA6E2F2F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778" y="1148080"/>
            <a:ext cx="9096444" cy="5466080"/>
          </a:xfrm>
        </p:spPr>
      </p:pic>
    </p:spTree>
    <p:extLst>
      <p:ext uri="{BB962C8B-B14F-4D97-AF65-F5344CB8AC3E}">
        <p14:creationId xmlns:p14="http://schemas.microsoft.com/office/powerpoint/2010/main" val="2413059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AC9F3-8100-D77A-023E-C972C8979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3520"/>
            <a:ext cx="9875520" cy="1356360"/>
          </a:xfrm>
        </p:spPr>
        <p:txBody>
          <a:bodyPr/>
          <a:lstStyle/>
          <a:p>
            <a:r>
              <a:rPr lang="de-CH" dirty="0"/>
              <a:t>Status – by Family</a:t>
            </a:r>
            <a:endParaRPr lang="en-GB" dirty="0"/>
          </a:p>
        </p:txBody>
      </p:sp>
      <p:pic>
        <p:nvPicPr>
          <p:cNvPr id="9" name="Content Placeholder 8" descr="A graph of a family&#10;&#10;AI-generated content may be incorrect.">
            <a:extLst>
              <a:ext uri="{FF2B5EF4-FFF2-40B4-BE49-F238E27FC236}">
                <a16:creationId xmlns:a16="http://schemas.microsoft.com/office/drawing/2014/main" id="{11EA4D3C-9827-BB96-BA2A-29A5ABBE1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9"/>
          <a:stretch/>
        </p:blipFill>
        <p:spPr>
          <a:xfrm>
            <a:off x="1250101" y="1219200"/>
            <a:ext cx="9509339" cy="5405120"/>
          </a:xfrm>
        </p:spPr>
      </p:pic>
    </p:spTree>
    <p:extLst>
      <p:ext uri="{BB962C8B-B14F-4D97-AF65-F5344CB8AC3E}">
        <p14:creationId xmlns:p14="http://schemas.microsoft.com/office/powerpoint/2010/main" val="4087577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C75FB-2C6E-BD4A-0495-ABAEC6CE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33680"/>
            <a:ext cx="9875520" cy="1356360"/>
          </a:xfrm>
        </p:spPr>
        <p:txBody>
          <a:bodyPr/>
          <a:lstStyle/>
          <a:p>
            <a:r>
              <a:rPr lang="de-CH" dirty="0"/>
              <a:t>Provenance distribution</a:t>
            </a:r>
            <a:endParaRPr lang="en-GB" dirty="0"/>
          </a:p>
        </p:txBody>
      </p:sp>
      <p:pic>
        <p:nvPicPr>
          <p:cNvPr id="5" name="Content Placeholder 4" descr="A graph with different colored rectangles&#10;&#10;AI-generated content may be incorrect.">
            <a:extLst>
              <a:ext uri="{FF2B5EF4-FFF2-40B4-BE49-F238E27FC236}">
                <a16:creationId xmlns:a16="http://schemas.microsoft.com/office/drawing/2014/main" id="{6226C969-854B-D7FD-DFE0-FB7D108928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520" y="1103704"/>
            <a:ext cx="8950960" cy="5378658"/>
          </a:xfrm>
        </p:spPr>
      </p:pic>
    </p:spTree>
    <p:extLst>
      <p:ext uri="{BB962C8B-B14F-4D97-AF65-F5344CB8AC3E}">
        <p14:creationId xmlns:p14="http://schemas.microsoft.com/office/powerpoint/2010/main" val="9859592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107B-1EA8-BA64-B10E-8A0B8E21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520" cy="1356360"/>
          </a:xfrm>
        </p:spPr>
        <p:txBody>
          <a:bodyPr/>
          <a:lstStyle/>
          <a:p>
            <a:r>
              <a:rPr lang="de-CH" dirty="0"/>
              <a:t>Type distribution</a:t>
            </a:r>
            <a:endParaRPr lang="en-GB" dirty="0"/>
          </a:p>
        </p:txBody>
      </p:sp>
      <p:pic>
        <p:nvPicPr>
          <p:cNvPr id="18" name="Content Placeholder 1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6EE900A-3FC4-6135-E0EC-34BB7B492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5760" y="1406545"/>
            <a:ext cx="8666316" cy="5207615"/>
          </a:xfrm>
        </p:spPr>
      </p:pic>
    </p:spTree>
    <p:extLst>
      <p:ext uri="{BB962C8B-B14F-4D97-AF65-F5344CB8AC3E}">
        <p14:creationId xmlns:p14="http://schemas.microsoft.com/office/powerpoint/2010/main" val="1284769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8D4A8-9316-1F4F-4391-A51F0AE1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74320"/>
            <a:ext cx="9875520" cy="1356360"/>
          </a:xfrm>
        </p:spPr>
        <p:txBody>
          <a:bodyPr/>
          <a:lstStyle/>
          <a:p>
            <a:r>
              <a:rPr lang="de-CH" dirty="0"/>
              <a:t>DBB – 2024-2025</a:t>
            </a:r>
            <a:endParaRPr lang="en-GB" dirty="0"/>
          </a:p>
        </p:txBody>
      </p:sp>
      <p:pic>
        <p:nvPicPr>
          <p:cNvPr id="6" name="Content Placeholder 5" descr="A graph with numbers and a red line&#10;&#10;AI-generated content may be incorrect.">
            <a:extLst>
              <a:ext uri="{FF2B5EF4-FFF2-40B4-BE49-F238E27FC236}">
                <a16:creationId xmlns:a16="http://schemas.microsoft.com/office/drawing/2014/main" id="{60E642FF-9B67-83CD-BE65-139ECD5DC2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30"/>
          <a:stretch/>
        </p:blipFill>
        <p:spPr>
          <a:xfrm>
            <a:off x="1458686" y="1341013"/>
            <a:ext cx="9274628" cy="5242667"/>
          </a:xfrm>
        </p:spPr>
      </p:pic>
    </p:spTree>
    <p:extLst>
      <p:ext uri="{BB962C8B-B14F-4D97-AF65-F5344CB8AC3E}">
        <p14:creationId xmlns:p14="http://schemas.microsoft.com/office/powerpoint/2010/main" val="4154756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7FC25-0092-D266-9369-B42C8B0A2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23520"/>
            <a:ext cx="9875520" cy="1356360"/>
          </a:xfrm>
        </p:spPr>
        <p:txBody>
          <a:bodyPr/>
          <a:lstStyle/>
          <a:p>
            <a:r>
              <a:rPr lang="de-CH" dirty="0"/>
              <a:t>Height - Distribution</a:t>
            </a:r>
            <a:endParaRPr lang="en-GB" dirty="0"/>
          </a:p>
        </p:txBody>
      </p:sp>
      <p:pic>
        <p:nvPicPr>
          <p:cNvPr id="13" name="Content Placeholder 12" descr="A graph of a graph&#10;&#10;AI-generated content may be incorrect.">
            <a:extLst>
              <a:ext uri="{FF2B5EF4-FFF2-40B4-BE49-F238E27FC236}">
                <a16:creationId xmlns:a16="http://schemas.microsoft.com/office/drawing/2014/main" id="{DF5F4204-7DFC-D576-7935-B7E0866D43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25"/>
          <a:stretch/>
        </p:blipFill>
        <p:spPr>
          <a:xfrm>
            <a:off x="1656079" y="1503680"/>
            <a:ext cx="9114949" cy="5130800"/>
          </a:xfrm>
        </p:spPr>
      </p:pic>
    </p:spTree>
    <p:extLst>
      <p:ext uri="{BB962C8B-B14F-4D97-AF65-F5344CB8AC3E}">
        <p14:creationId xmlns:p14="http://schemas.microsoft.com/office/powerpoint/2010/main" val="2740833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B59D3-816C-2A57-089A-EA265D288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13360"/>
            <a:ext cx="9875520" cy="1356360"/>
          </a:xfrm>
        </p:spPr>
        <p:txBody>
          <a:bodyPr/>
          <a:lstStyle/>
          <a:p>
            <a:r>
              <a:rPr lang="de-CH" dirty="0"/>
              <a:t>Height – by Provenance</a:t>
            </a:r>
            <a:endParaRPr lang="en-GB" dirty="0"/>
          </a:p>
        </p:txBody>
      </p:sp>
      <p:pic>
        <p:nvPicPr>
          <p:cNvPr id="5" name="Content Placeholder 4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73E0993F-5E9C-1D30-1C0B-6E7EB90E70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5"/>
          <a:stretch/>
        </p:blipFill>
        <p:spPr>
          <a:xfrm>
            <a:off x="1786756" y="1788160"/>
            <a:ext cx="8618487" cy="485648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B2C7B7-4BA9-EB08-7CDD-E8CB7044D6E1}"/>
              </a:ext>
            </a:extLst>
          </p:cNvPr>
          <p:cNvSpPr txBox="1"/>
          <p:nvPr/>
        </p:nvSpPr>
        <p:spPr>
          <a:xfrm>
            <a:off x="8270240" y="670560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provenance?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8455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45658-7DE4-99A0-DD6E-14745BC00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03200"/>
            <a:ext cx="9875520" cy="1356360"/>
          </a:xfrm>
        </p:spPr>
        <p:txBody>
          <a:bodyPr/>
          <a:lstStyle/>
          <a:p>
            <a:r>
              <a:rPr lang="de-CH" dirty="0"/>
              <a:t>Height – by Type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44F4B-72E6-AB1B-4698-07642C2B12A6}"/>
              </a:ext>
            </a:extLst>
          </p:cNvPr>
          <p:cNvSpPr txBox="1"/>
          <p:nvPr/>
        </p:nvSpPr>
        <p:spPr>
          <a:xfrm>
            <a:off x="8280400" y="561955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type?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Nas?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10" name="Content Placeholder 9" descr="A diagram of different colored rectangles&#10;&#10;AI-generated content may be incorrect.">
            <a:extLst>
              <a:ext uri="{FF2B5EF4-FFF2-40B4-BE49-F238E27FC236}">
                <a16:creationId xmlns:a16="http://schemas.microsoft.com/office/drawing/2014/main" id="{8BA279B2-C990-BC1D-5784-CB13A3FEF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30"/>
          <a:stretch/>
        </p:blipFill>
        <p:spPr>
          <a:xfrm>
            <a:off x="1273629" y="1479925"/>
            <a:ext cx="9002485" cy="5088833"/>
          </a:xfrm>
        </p:spPr>
      </p:pic>
    </p:spTree>
    <p:extLst>
      <p:ext uri="{BB962C8B-B14F-4D97-AF65-F5344CB8AC3E}">
        <p14:creationId xmlns:p14="http://schemas.microsoft.com/office/powerpoint/2010/main" val="522262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D9BF-2B66-09AD-138F-36386DDD5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48" y="263545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1AF245-CF10-C522-E0CE-18AABCB35A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3"/>
          <a:stretch/>
        </p:blipFill>
        <p:spPr>
          <a:xfrm>
            <a:off x="739264" y="1597014"/>
            <a:ext cx="8776687" cy="4878756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EE3C62-7A17-B683-8845-1CC05C605A19}"/>
              </a:ext>
            </a:extLst>
          </p:cNvPr>
          <p:cNvSpPr txBox="1"/>
          <p:nvPr/>
        </p:nvSpPr>
        <p:spPr>
          <a:xfrm>
            <a:off x="9133188" y="1158240"/>
            <a:ext cx="1864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Even distribution between provenances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CEE24-4EB7-F051-422E-FF7AF5E0BE67}"/>
              </a:ext>
            </a:extLst>
          </p:cNvPr>
          <p:cNvSpPr txBox="1"/>
          <p:nvPr/>
        </p:nvSpPr>
        <p:spPr>
          <a:xfrm>
            <a:off x="7303207" y="422255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budset values for each provenance?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Nas?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5284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41A4-7800-BF6D-3047-19A2F1FFE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178812"/>
            <a:ext cx="9875520" cy="1356360"/>
          </a:xfrm>
        </p:spPr>
        <p:txBody>
          <a:bodyPr/>
          <a:lstStyle/>
          <a:p>
            <a:r>
              <a:rPr lang="de-CH" dirty="0"/>
              <a:t>Budset by Type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74CD08E0-9A64-49FE-60CB-7BB27C271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63"/>
          <a:stretch/>
        </p:blipFill>
        <p:spPr>
          <a:xfrm>
            <a:off x="1334318" y="1320800"/>
            <a:ext cx="9143182" cy="5155531"/>
          </a:xfrm>
        </p:spPr>
      </p:pic>
    </p:spTree>
    <p:extLst>
      <p:ext uri="{BB962C8B-B14F-4D97-AF65-F5344CB8AC3E}">
        <p14:creationId xmlns:p14="http://schemas.microsoft.com/office/powerpoint/2010/main" val="366536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B79DC-5387-676F-0683-1D49454F4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Budburst – by provenance</a:t>
            </a:r>
            <a:endParaRPr lang="en-GB" dirty="0"/>
          </a:p>
        </p:txBody>
      </p:sp>
      <p:pic>
        <p:nvPicPr>
          <p:cNvPr id="5" name="Content Placeholder 4" descr="A graph with blue and black lines&#10;&#10;AI-generated content may be incorrect.">
            <a:extLst>
              <a:ext uri="{FF2B5EF4-FFF2-40B4-BE49-F238E27FC236}">
                <a16:creationId xmlns:a16="http://schemas.microsoft.com/office/drawing/2014/main" id="{A613A6A1-D807-9828-02A8-F458A86438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3"/>
          <a:stretch/>
        </p:blipFill>
        <p:spPr>
          <a:xfrm>
            <a:off x="721360" y="1584960"/>
            <a:ext cx="8816633" cy="496824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649343-2493-E174-DAD2-92A791FD7486}"/>
              </a:ext>
            </a:extLst>
          </p:cNvPr>
          <p:cNvSpPr txBox="1"/>
          <p:nvPr/>
        </p:nvSpPr>
        <p:spPr>
          <a:xfrm>
            <a:off x="9286118" y="950297"/>
            <a:ext cx="23679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Slightly less even distribution between provenances, but smaller range than budset</a:t>
            </a:r>
          </a:p>
          <a:p>
            <a:endParaRPr lang="de-CH" dirty="0"/>
          </a:p>
          <a:p>
            <a:r>
              <a:rPr lang="en-GB" dirty="0"/>
              <a:t>More outliers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CF37AE-0442-D191-0D72-30187F796763}"/>
              </a:ext>
            </a:extLst>
          </p:cNvPr>
          <p:cNvSpPr txBox="1"/>
          <p:nvPr/>
        </p:nvSpPr>
        <p:spPr>
          <a:xfrm>
            <a:off x="9261044" y="4705310"/>
            <a:ext cx="27074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budburst values for each provenance?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Nas?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93892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3E70-6AE2-13AB-B9D6-DFD4DC38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" y="196168"/>
            <a:ext cx="9875520" cy="1356360"/>
          </a:xfrm>
        </p:spPr>
        <p:txBody>
          <a:bodyPr/>
          <a:lstStyle/>
          <a:p>
            <a:r>
              <a:rPr lang="de-CH" dirty="0"/>
              <a:t>Budburst by Type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16D65E6A-4EF0-6D4D-7682-EC32F509A2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02"/>
          <a:stretch/>
        </p:blipFill>
        <p:spPr>
          <a:xfrm>
            <a:off x="1296023" y="1124632"/>
            <a:ext cx="9599953" cy="5405120"/>
          </a:xfrm>
        </p:spPr>
      </p:pic>
    </p:spTree>
    <p:extLst>
      <p:ext uri="{BB962C8B-B14F-4D97-AF65-F5344CB8AC3E}">
        <p14:creationId xmlns:p14="http://schemas.microsoft.com/office/powerpoint/2010/main" val="1505597422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299</TotalTime>
  <Words>126</Words>
  <Application>Microsoft Office PowerPoint</Application>
  <PresentationFormat>Widescreen</PresentationFormat>
  <Paragraphs>32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Corbel</vt:lpstr>
      <vt:lpstr>Basis</vt:lpstr>
      <vt:lpstr>Rapid Adaptation</vt:lpstr>
      <vt:lpstr>Tree status – 2024-2025</vt:lpstr>
      <vt:lpstr>Status – by Provenance</vt:lpstr>
      <vt:lpstr>Status – by Type</vt:lpstr>
      <vt:lpstr>Status – by Block</vt:lpstr>
      <vt:lpstr>Status – by Family</vt:lpstr>
      <vt:lpstr>Provenance distribution</vt:lpstr>
      <vt:lpstr>Type distribution</vt:lpstr>
      <vt:lpstr>DBB – 2024-2025</vt:lpstr>
      <vt:lpstr>Height - Distribution</vt:lpstr>
      <vt:lpstr>Height – by Provenance</vt:lpstr>
      <vt:lpstr>Height – by Type</vt:lpstr>
      <vt:lpstr>Budset – by provenance</vt:lpstr>
      <vt:lpstr>Budset by Type</vt:lpstr>
      <vt:lpstr>Budburst – by provenance</vt:lpstr>
      <vt:lpstr>Budburst by 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Dickenmann</dc:creator>
  <cp:lastModifiedBy>Luisa Dickenmann</cp:lastModifiedBy>
  <cp:revision>1</cp:revision>
  <dcterms:created xsi:type="dcterms:W3CDTF">2025-12-02T15:36:41Z</dcterms:created>
  <dcterms:modified xsi:type="dcterms:W3CDTF">2025-12-08T15:44:57Z</dcterms:modified>
</cp:coreProperties>
</file>