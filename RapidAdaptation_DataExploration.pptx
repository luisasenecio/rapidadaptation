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BBC7B-7ACA-4A4D-BA33-DEF31D162335}" v="3" dt="2025-12-02T15:51:47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a Dickenmann" userId="0c0840b0-1ae7-42c8-98b5-b02d8f71a603" providerId="ADAL" clId="{100BBC7B-7ACA-4A4D-BA33-DEF31D162335}"/>
    <pc:docChg chg="custSel modSld">
      <pc:chgData name="Luisa Dickenmann" userId="0c0840b0-1ae7-42c8-98b5-b02d8f71a603" providerId="ADAL" clId="{100BBC7B-7ACA-4A4D-BA33-DEF31D162335}" dt="2025-12-02T15:52:10.502" v="11" actId="1076"/>
      <pc:docMkLst>
        <pc:docMk/>
      </pc:docMkLst>
      <pc:sldChg chg="modSp mod">
        <pc:chgData name="Luisa Dickenmann" userId="0c0840b0-1ae7-42c8-98b5-b02d8f71a603" providerId="ADAL" clId="{100BBC7B-7ACA-4A4D-BA33-DEF31D162335}" dt="2025-12-02T15:51:47.306" v="3"/>
        <pc:sldMkLst>
          <pc:docMk/>
          <pc:sldMk cId="3154772081" sldId="256"/>
        </pc:sldMkLst>
        <pc:spChg chg="mod">
          <ac:chgData name="Luisa Dickenmann" userId="0c0840b0-1ae7-42c8-98b5-b02d8f71a603" providerId="ADAL" clId="{100BBC7B-7ACA-4A4D-BA33-DEF31D162335}" dt="2025-12-02T15:51:47.306" v="3"/>
          <ac:spMkLst>
            <pc:docMk/>
            <pc:sldMk cId="3154772081" sldId="256"/>
            <ac:spMk id="2" creationId="{48CD3DD0-AE3F-D3E2-F3E2-C238F204CBC1}"/>
          </ac:spMkLst>
        </pc:spChg>
        <pc:spChg chg="mod">
          <ac:chgData name="Luisa Dickenmann" userId="0c0840b0-1ae7-42c8-98b5-b02d8f71a603" providerId="ADAL" clId="{100BBC7B-7ACA-4A4D-BA33-DEF31D162335}" dt="2025-12-02T15:51:47.306" v="3"/>
          <ac:spMkLst>
            <pc:docMk/>
            <pc:sldMk cId="3154772081" sldId="256"/>
            <ac:spMk id="3" creationId="{CF983D34-8A1D-D796-FB8C-6E3E45D3A0F0}"/>
          </ac:spMkLst>
        </pc:spChg>
      </pc:sldChg>
      <pc:sldChg chg="modSp mod">
        <pc:chgData name="Luisa Dickenmann" userId="0c0840b0-1ae7-42c8-98b5-b02d8f71a603" providerId="ADAL" clId="{100BBC7B-7ACA-4A4D-BA33-DEF31D162335}" dt="2025-12-02T15:51:55.999" v="5" actId="1076"/>
        <pc:sldMkLst>
          <pc:docMk/>
          <pc:sldMk cId="1618141787" sldId="257"/>
        </pc:sldMkLst>
        <pc:spChg chg="mod">
          <ac:chgData name="Luisa Dickenmann" userId="0c0840b0-1ae7-42c8-98b5-b02d8f71a603" providerId="ADAL" clId="{100BBC7B-7ACA-4A4D-BA33-DEF31D162335}" dt="2025-12-02T15:51:55.999" v="5" actId="1076"/>
          <ac:spMkLst>
            <pc:docMk/>
            <pc:sldMk cId="1618141787" sldId="257"/>
            <ac:spMk id="2" creationId="{C84B0C2D-403E-AF7F-8AEE-86B35FE4EA5E}"/>
          </ac:spMkLst>
        </pc:spChg>
        <pc:picChg chg="mod">
          <ac:chgData name="Luisa Dickenmann" userId="0c0840b0-1ae7-42c8-98b5-b02d8f71a603" providerId="ADAL" clId="{100BBC7B-7ACA-4A4D-BA33-DEF31D162335}" dt="2025-12-02T15:51:51.941" v="4" actId="1076"/>
          <ac:picMkLst>
            <pc:docMk/>
            <pc:sldMk cId="1618141787" sldId="257"/>
            <ac:picMk id="5" creationId="{EAFD7B17-8C63-C633-8D05-E8C5F492CED0}"/>
          </ac:picMkLst>
        </pc:picChg>
      </pc:sldChg>
      <pc:sldChg chg="modSp mod">
        <pc:chgData name="Luisa Dickenmann" userId="0c0840b0-1ae7-42c8-98b5-b02d8f71a603" providerId="ADAL" clId="{100BBC7B-7ACA-4A4D-BA33-DEF31D162335}" dt="2025-12-02T15:52:01.311" v="7" actId="1076"/>
        <pc:sldMkLst>
          <pc:docMk/>
          <pc:sldMk cId="4154756640" sldId="258"/>
        </pc:sldMkLst>
        <pc:spChg chg="mod">
          <ac:chgData name="Luisa Dickenmann" userId="0c0840b0-1ae7-42c8-98b5-b02d8f71a603" providerId="ADAL" clId="{100BBC7B-7ACA-4A4D-BA33-DEF31D162335}" dt="2025-12-02T15:52:00.092" v="6" actId="1076"/>
          <ac:spMkLst>
            <pc:docMk/>
            <pc:sldMk cId="4154756640" sldId="258"/>
            <ac:spMk id="2" creationId="{DED8D4A8-9316-1F4F-4391-A51F0AE12446}"/>
          </ac:spMkLst>
        </pc:spChg>
        <pc:picChg chg="mod">
          <ac:chgData name="Luisa Dickenmann" userId="0c0840b0-1ae7-42c8-98b5-b02d8f71a603" providerId="ADAL" clId="{100BBC7B-7ACA-4A4D-BA33-DEF31D162335}" dt="2025-12-02T15:52:01.311" v="7" actId="1076"/>
          <ac:picMkLst>
            <pc:docMk/>
            <pc:sldMk cId="4154756640" sldId="258"/>
            <ac:picMk id="13" creationId="{20E9ABAA-AE1B-6BCA-1B39-06C6C56C6344}"/>
          </ac:picMkLst>
        </pc:picChg>
      </pc:sldChg>
      <pc:sldChg chg="modSp mod">
        <pc:chgData name="Luisa Dickenmann" userId="0c0840b0-1ae7-42c8-98b5-b02d8f71a603" providerId="ADAL" clId="{100BBC7B-7ACA-4A4D-BA33-DEF31D162335}" dt="2025-12-02T15:52:10.502" v="11" actId="1076"/>
        <pc:sldMkLst>
          <pc:docMk/>
          <pc:sldMk cId="2740833318" sldId="259"/>
        </pc:sldMkLst>
        <pc:spChg chg="mod">
          <ac:chgData name="Luisa Dickenmann" userId="0c0840b0-1ae7-42c8-98b5-b02d8f71a603" providerId="ADAL" clId="{100BBC7B-7ACA-4A4D-BA33-DEF31D162335}" dt="2025-12-02T15:52:05.021" v="8" actId="1076"/>
          <ac:spMkLst>
            <pc:docMk/>
            <pc:sldMk cId="2740833318" sldId="259"/>
            <ac:spMk id="2" creationId="{EC37FC25-0092-D266-9369-B42C8B0A2DCD}"/>
          </ac:spMkLst>
        </pc:spChg>
        <pc:picChg chg="mod">
          <ac:chgData name="Luisa Dickenmann" userId="0c0840b0-1ae7-42c8-98b5-b02d8f71a603" providerId="ADAL" clId="{100BBC7B-7ACA-4A4D-BA33-DEF31D162335}" dt="2025-12-02T15:52:10.502" v="11" actId="1076"/>
          <ac:picMkLst>
            <pc:docMk/>
            <pc:sldMk cId="2740833318" sldId="259"/>
            <ac:picMk id="13" creationId="{DF5F4204-7DFC-D576-7935-B7E0866D43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11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6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91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59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0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55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29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38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6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5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70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17C20B3-7C49-43C0-BA15-4AF729A94E8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BC090DA-638C-490E-A64C-1CC5DC989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34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3DD0-AE3F-D3E2-F3E2-C238F204C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Rapid Adaptation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83D34-8A1D-D796-FB8C-6E3E45D3A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CH" sz="2900" i="1" dirty="0"/>
              <a:t>Pinus contorta</a:t>
            </a:r>
          </a:p>
          <a:p>
            <a:endParaRPr lang="de-CH" sz="2900" i="1" dirty="0"/>
          </a:p>
          <a:p>
            <a:r>
              <a:rPr lang="de-CH" sz="2900" b="1" dirty="0"/>
              <a:t>Data exploration</a:t>
            </a:r>
            <a:endParaRPr lang="en-GB" sz="2900" b="1" dirty="0"/>
          </a:p>
        </p:txBody>
      </p:sp>
    </p:spTree>
    <p:extLst>
      <p:ext uri="{BB962C8B-B14F-4D97-AF65-F5344CB8AC3E}">
        <p14:creationId xmlns:p14="http://schemas.microsoft.com/office/powerpoint/2010/main" val="315477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0C2D-403E-AF7F-8AEE-86B35FE4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213360"/>
            <a:ext cx="9875520" cy="1356360"/>
          </a:xfrm>
        </p:spPr>
        <p:txBody>
          <a:bodyPr/>
          <a:lstStyle/>
          <a:p>
            <a:r>
              <a:rPr lang="de-CH" dirty="0"/>
              <a:t>Tree status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D7B17-8C63-C633-8D05-E8C5F492C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504" y="1287780"/>
            <a:ext cx="8728925" cy="5245237"/>
          </a:xfrm>
        </p:spPr>
      </p:pic>
    </p:spTree>
    <p:extLst>
      <p:ext uri="{BB962C8B-B14F-4D97-AF65-F5344CB8AC3E}">
        <p14:creationId xmlns:p14="http://schemas.microsoft.com/office/powerpoint/2010/main" val="161814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D4A8-9316-1F4F-4391-A51F0AE1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" y="274320"/>
            <a:ext cx="9875520" cy="1356360"/>
          </a:xfrm>
        </p:spPr>
        <p:txBody>
          <a:bodyPr/>
          <a:lstStyle/>
          <a:p>
            <a:r>
              <a:rPr lang="de-CH" dirty="0"/>
              <a:t>DBB</a:t>
            </a:r>
            <a:endParaRPr lang="en-GB" dirty="0"/>
          </a:p>
        </p:txBody>
      </p:sp>
      <p:pic>
        <p:nvPicPr>
          <p:cNvPr id="13" name="Content Placeholder 12" descr="A graph of a graph&#10;&#10;AI-generated content may be incorrect.">
            <a:extLst>
              <a:ext uri="{FF2B5EF4-FFF2-40B4-BE49-F238E27FC236}">
                <a16:creationId xmlns:a16="http://schemas.microsoft.com/office/drawing/2014/main" id="{20E9ABAA-AE1B-6BCA-1B39-06C6C56C6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324" y="1148080"/>
            <a:ext cx="8927366" cy="5364480"/>
          </a:xfrm>
        </p:spPr>
      </p:pic>
    </p:spTree>
    <p:extLst>
      <p:ext uri="{BB962C8B-B14F-4D97-AF65-F5344CB8AC3E}">
        <p14:creationId xmlns:p14="http://schemas.microsoft.com/office/powerpoint/2010/main" val="4154756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FC25-0092-D266-9369-B42C8B0A2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386080"/>
            <a:ext cx="9875520" cy="1356360"/>
          </a:xfrm>
        </p:spPr>
        <p:txBody>
          <a:bodyPr/>
          <a:lstStyle/>
          <a:p>
            <a:r>
              <a:rPr lang="de-CH" dirty="0"/>
              <a:t>Height</a:t>
            </a:r>
            <a:endParaRPr lang="en-GB" dirty="0"/>
          </a:p>
        </p:txBody>
      </p:sp>
      <p:pic>
        <p:nvPicPr>
          <p:cNvPr id="13" name="Content Placeholder 12" descr="A graph of a graph&#10;&#10;AI-generated content may be incorrect.">
            <a:extLst>
              <a:ext uri="{FF2B5EF4-FFF2-40B4-BE49-F238E27FC236}">
                <a16:creationId xmlns:a16="http://schemas.microsoft.com/office/drawing/2014/main" id="{DF5F4204-7DFC-D576-7935-B7E0866D4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1538946"/>
            <a:ext cx="8429072" cy="5065054"/>
          </a:xfrm>
        </p:spPr>
      </p:pic>
    </p:spTree>
    <p:extLst>
      <p:ext uri="{BB962C8B-B14F-4D97-AF65-F5344CB8AC3E}">
        <p14:creationId xmlns:p14="http://schemas.microsoft.com/office/powerpoint/2010/main" val="274083331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Corbel</vt:lpstr>
      <vt:lpstr>Basis</vt:lpstr>
      <vt:lpstr>Rapid Adaptation</vt:lpstr>
      <vt:lpstr>Tree status</vt:lpstr>
      <vt:lpstr>DBB</vt:lpstr>
      <vt:lpstr>Height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Dickenmann</dc:creator>
  <cp:lastModifiedBy>Luisa Dickenmann</cp:lastModifiedBy>
  <cp:revision>1</cp:revision>
  <dcterms:created xsi:type="dcterms:W3CDTF">2025-12-02T15:36:41Z</dcterms:created>
  <dcterms:modified xsi:type="dcterms:W3CDTF">2025-12-02T15:52:11Z</dcterms:modified>
</cp:coreProperties>
</file>