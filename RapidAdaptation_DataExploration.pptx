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sldIdLst>
    <p:sldId id="256" r:id="rId2"/>
    <p:sldId id="257" r:id="rId3"/>
    <p:sldId id="271" r:id="rId4"/>
    <p:sldId id="269" r:id="rId5"/>
    <p:sldId id="268" r:id="rId6"/>
    <p:sldId id="267" r:id="rId7"/>
    <p:sldId id="273" r:id="rId8"/>
    <p:sldId id="270" r:id="rId9"/>
    <p:sldId id="274" r:id="rId10"/>
    <p:sldId id="272" r:id="rId11"/>
    <p:sldId id="258" r:id="rId12"/>
    <p:sldId id="259" r:id="rId13"/>
    <p:sldId id="262" r:id="rId14"/>
    <p:sldId id="266" r:id="rId15"/>
    <p:sldId id="261" r:id="rId16"/>
    <p:sldId id="275" r:id="rId17"/>
    <p:sldId id="276" r:id="rId18"/>
    <p:sldId id="263" r:id="rId19"/>
    <p:sldId id="265" r:id="rId20"/>
    <p:sldId id="277" r:id="rId21"/>
    <p:sldId id="278" r:id="rId22"/>
    <p:sldId id="264" r:id="rId23"/>
    <p:sldId id="280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0BBC7B-7ACA-4A4D-BA33-DEF31D162335}" v="105" dt="2025-12-09T13:05:36.5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64" autoAdjust="0"/>
    <p:restoredTop sz="91738" autoAdjust="0"/>
  </p:normalViewPr>
  <p:slideViewPr>
    <p:cSldViewPr snapToGrid="0">
      <p:cViewPr varScale="1">
        <p:scale>
          <a:sx n="58" d="100"/>
          <a:sy n="58" d="100"/>
        </p:scale>
        <p:origin x="8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a Dickenmann" userId="0c0840b0-1ae7-42c8-98b5-b02d8f71a603" providerId="ADAL" clId="{100BBC7B-7ACA-4A4D-BA33-DEF31D162335}"/>
    <pc:docChg chg="undo custSel addSld delSld modSld sldOrd">
      <pc:chgData name="Luisa Dickenmann" userId="0c0840b0-1ae7-42c8-98b5-b02d8f71a603" providerId="ADAL" clId="{100BBC7B-7ACA-4A4D-BA33-DEF31D162335}" dt="2025-12-09T14:38:07.173" v="2781" actId="1035"/>
      <pc:docMkLst>
        <pc:docMk/>
      </pc:docMkLst>
      <pc:sldChg chg="modSp mod">
        <pc:chgData name="Luisa Dickenmann" userId="0c0840b0-1ae7-42c8-98b5-b02d8f71a603" providerId="ADAL" clId="{100BBC7B-7ACA-4A4D-BA33-DEF31D162335}" dt="2025-12-02T15:51:47.306" v="3"/>
        <pc:sldMkLst>
          <pc:docMk/>
          <pc:sldMk cId="3154772081" sldId="256"/>
        </pc:sldMkLst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2" creationId="{48CD3DD0-AE3F-D3E2-F3E2-C238F204CBC1}"/>
          </ac:spMkLst>
        </pc:spChg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3" creationId="{CF983D34-8A1D-D796-FB8C-6E3E45D3A0F0}"/>
          </ac:spMkLst>
        </pc:spChg>
      </pc:sldChg>
      <pc:sldChg chg="addSp delSp modSp mod ord">
        <pc:chgData name="Luisa Dickenmann" userId="0c0840b0-1ae7-42c8-98b5-b02d8f71a603" providerId="ADAL" clId="{100BBC7B-7ACA-4A4D-BA33-DEF31D162335}" dt="2025-12-09T13:02:57.904" v="2519" actId="478"/>
        <pc:sldMkLst>
          <pc:docMk/>
          <pc:sldMk cId="1618141787" sldId="257"/>
        </pc:sldMkLst>
        <pc:spChg chg="mod">
          <ac:chgData name="Luisa Dickenmann" userId="0c0840b0-1ae7-42c8-98b5-b02d8f71a603" providerId="ADAL" clId="{100BBC7B-7ACA-4A4D-BA33-DEF31D162335}" dt="2025-12-08T12:15:27.186" v="406" actId="20577"/>
          <ac:spMkLst>
            <pc:docMk/>
            <pc:sldMk cId="1618141787" sldId="257"/>
            <ac:spMk id="2" creationId="{C84B0C2D-403E-AF7F-8AEE-86B35FE4EA5E}"/>
          </ac:spMkLst>
        </pc:spChg>
        <pc:spChg chg="add del mod">
          <ac:chgData name="Luisa Dickenmann" userId="0c0840b0-1ae7-42c8-98b5-b02d8f71a603" providerId="ADAL" clId="{100BBC7B-7ACA-4A4D-BA33-DEF31D162335}" dt="2025-12-08T14:24:00.490" v="704" actId="478"/>
          <ac:spMkLst>
            <pc:docMk/>
            <pc:sldMk cId="1618141787" sldId="257"/>
            <ac:spMk id="3" creationId="{72515921-7BC3-6E66-F544-F04F562E7A71}"/>
          </ac:spMkLst>
        </pc:spChg>
        <pc:spChg chg="add mod">
          <ac:chgData name="Luisa Dickenmann" userId="0c0840b0-1ae7-42c8-98b5-b02d8f71a603" providerId="ADAL" clId="{100BBC7B-7ACA-4A4D-BA33-DEF31D162335}" dt="2025-12-09T09:09:49.349" v="1336" actId="1076"/>
          <ac:spMkLst>
            <pc:docMk/>
            <pc:sldMk cId="1618141787" sldId="257"/>
            <ac:spMk id="3" creationId="{E890D675-07F7-60A4-05DA-BBEE0C81C238}"/>
          </ac:spMkLst>
        </pc:spChg>
        <pc:spChg chg="add mod">
          <ac:chgData name="Luisa Dickenmann" userId="0c0840b0-1ae7-42c8-98b5-b02d8f71a603" providerId="ADAL" clId="{100BBC7B-7ACA-4A4D-BA33-DEF31D162335}" dt="2025-12-08T14:23:58.308" v="703" actId="20577"/>
          <ac:spMkLst>
            <pc:docMk/>
            <pc:sldMk cId="1618141787" sldId="257"/>
            <ac:spMk id="4" creationId="{63AB7877-6A7E-90C1-8A72-F78A798BE679}"/>
          </ac:spMkLst>
        </pc:spChg>
        <pc:spChg chg="add del mod">
          <ac:chgData name="Luisa Dickenmann" userId="0c0840b0-1ae7-42c8-98b5-b02d8f71a603" providerId="ADAL" clId="{100BBC7B-7ACA-4A4D-BA33-DEF31D162335}" dt="2025-12-09T13:02:57.904" v="2519" actId="478"/>
          <ac:spMkLst>
            <pc:docMk/>
            <pc:sldMk cId="1618141787" sldId="257"/>
            <ac:spMk id="10" creationId="{5D5F5D37-8A59-81D5-0EF6-552164B074C6}"/>
          </ac:spMkLst>
        </pc:spChg>
        <pc:picChg chg="mod modCrop">
          <ac:chgData name="Luisa Dickenmann" userId="0c0840b0-1ae7-42c8-98b5-b02d8f71a603" providerId="ADAL" clId="{100BBC7B-7ACA-4A4D-BA33-DEF31D162335}" dt="2025-12-08T12:15:32.521" v="408" actId="1076"/>
          <ac:picMkLst>
            <pc:docMk/>
            <pc:sldMk cId="1618141787" sldId="257"/>
            <ac:picMk id="5" creationId="{EAFD7B17-8C63-C633-8D05-E8C5F492CED0}"/>
          </ac:picMkLst>
        </pc:picChg>
        <pc:cxnChg chg="add mod">
          <ac:chgData name="Luisa Dickenmann" userId="0c0840b0-1ae7-42c8-98b5-b02d8f71a603" providerId="ADAL" clId="{100BBC7B-7ACA-4A4D-BA33-DEF31D162335}" dt="2025-12-09T09:09:47.085" v="1335" actId="14100"/>
          <ac:cxnSpMkLst>
            <pc:docMk/>
            <pc:sldMk cId="1618141787" sldId="257"/>
            <ac:cxnSpMk id="7" creationId="{D0163F98-6CDF-4287-2948-EAF8EBED1BD1}"/>
          </ac:cxnSpMkLst>
        </pc:cxnChg>
      </pc:sldChg>
      <pc:sldChg chg="addSp delSp modSp mod">
        <pc:chgData name="Luisa Dickenmann" userId="0c0840b0-1ae7-42c8-98b5-b02d8f71a603" providerId="ADAL" clId="{100BBC7B-7ACA-4A4D-BA33-DEF31D162335}" dt="2025-12-09T12:54:24.701" v="2512" actId="1076"/>
        <pc:sldMkLst>
          <pc:docMk/>
          <pc:sldMk cId="4154756640" sldId="258"/>
        </pc:sldMkLst>
        <pc:spChg chg="mod">
          <ac:chgData name="Luisa Dickenmann" userId="0c0840b0-1ae7-42c8-98b5-b02d8f71a603" providerId="ADAL" clId="{100BBC7B-7ACA-4A4D-BA33-DEF31D162335}" dt="2025-12-09T12:54:07.976" v="2507" actId="20577"/>
          <ac:spMkLst>
            <pc:docMk/>
            <pc:sldMk cId="4154756640" sldId="258"/>
            <ac:spMk id="2" creationId="{DED8D4A8-9316-1F4F-4391-A51F0AE12446}"/>
          </ac:spMkLst>
        </pc:spChg>
        <pc:spChg chg="add mod">
          <ac:chgData name="Luisa Dickenmann" userId="0c0840b0-1ae7-42c8-98b5-b02d8f71a603" providerId="ADAL" clId="{100BBC7B-7ACA-4A4D-BA33-DEF31D162335}" dt="2025-12-09T12:54:24.701" v="2512" actId="1076"/>
          <ac:spMkLst>
            <pc:docMk/>
            <pc:sldMk cId="4154756640" sldId="258"/>
            <ac:spMk id="3" creationId="{7FC9CC8D-5E27-7D11-D30C-DB30F7B517A9}"/>
          </ac:spMkLst>
        </pc:spChg>
        <pc:spChg chg="add del mod">
          <ac:chgData name="Luisa Dickenmann" userId="0c0840b0-1ae7-42c8-98b5-b02d8f71a603" providerId="ADAL" clId="{100BBC7B-7ACA-4A4D-BA33-DEF31D162335}" dt="2025-12-08T13:49:42.448" v="441" actId="931"/>
          <ac:spMkLst>
            <pc:docMk/>
            <pc:sldMk cId="4154756640" sldId="258"/>
            <ac:spMk id="4" creationId="{8623E004-269D-DA9B-FE56-2A75D127167B}"/>
          </ac:spMkLst>
        </pc:spChg>
        <pc:spChg chg="add del mod">
          <ac:chgData name="Luisa Dickenmann" userId="0c0840b0-1ae7-42c8-98b5-b02d8f71a603" providerId="ADAL" clId="{100BBC7B-7ACA-4A4D-BA33-DEF31D162335}" dt="2025-12-09T12:19:15.944" v="2313" actId="931"/>
          <ac:spMkLst>
            <pc:docMk/>
            <pc:sldMk cId="4154756640" sldId="258"/>
            <ac:spMk id="5" creationId="{2B524A18-D257-C102-002A-9D3416D34480}"/>
          </ac:spMkLst>
        </pc:spChg>
        <pc:spChg chg="add del mod">
          <ac:chgData name="Luisa Dickenmann" userId="0c0840b0-1ae7-42c8-98b5-b02d8f71a603" providerId="ADAL" clId="{100BBC7B-7ACA-4A4D-BA33-DEF31D162335}" dt="2025-12-09T12:22:47.233" v="2408" actId="931"/>
          <ac:spMkLst>
            <pc:docMk/>
            <pc:sldMk cId="4154756640" sldId="258"/>
            <ac:spMk id="10" creationId="{43E83777-568E-C647-90E7-61CE2532B52C}"/>
          </ac:spMkLst>
        </pc:spChg>
        <pc:spChg chg="add del mod">
          <ac:chgData name="Luisa Dickenmann" userId="0c0840b0-1ae7-42c8-98b5-b02d8f71a603" providerId="ADAL" clId="{100BBC7B-7ACA-4A4D-BA33-DEF31D162335}" dt="2025-12-09T12:49:59.226" v="2438" actId="478"/>
          <ac:spMkLst>
            <pc:docMk/>
            <pc:sldMk cId="4154756640" sldId="258"/>
            <ac:spMk id="14" creationId="{5287C868-62A9-5490-0560-E1F6D386B451}"/>
          </ac:spMkLst>
        </pc:spChg>
        <pc:picChg chg="add del mod modCrop">
          <ac:chgData name="Luisa Dickenmann" userId="0c0840b0-1ae7-42c8-98b5-b02d8f71a603" providerId="ADAL" clId="{100BBC7B-7ACA-4A4D-BA33-DEF31D162335}" dt="2025-12-09T12:19:08.604" v="2312" actId="478"/>
          <ac:picMkLst>
            <pc:docMk/>
            <pc:sldMk cId="4154756640" sldId="258"/>
            <ac:picMk id="6" creationId="{60E642FF-9B67-83CD-BE65-139ECD5DC288}"/>
          </ac:picMkLst>
        </pc:picChg>
        <pc:picChg chg="add del mod">
          <ac:chgData name="Luisa Dickenmann" userId="0c0840b0-1ae7-42c8-98b5-b02d8f71a603" providerId="ADAL" clId="{100BBC7B-7ACA-4A4D-BA33-DEF31D162335}" dt="2025-12-09T12:22:41.340" v="2407" actId="478"/>
          <ac:picMkLst>
            <pc:docMk/>
            <pc:sldMk cId="4154756640" sldId="258"/>
            <ac:picMk id="8" creationId="{B73381E8-838A-396E-4CA3-A4A7C84C7559}"/>
          </ac:picMkLst>
        </pc:picChg>
        <pc:picChg chg="add del mod ord modCrop">
          <ac:chgData name="Luisa Dickenmann" userId="0c0840b0-1ae7-42c8-98b5-b02d8f71a603" providerId="ADAL" clId="{100BBC7B-7ACA-4A4D-BA33-DEF31D162335}" dt="2025-12-09T12:54:19.475" v="2510" actId="1076"/>
          <ac:picMkLst>
            <pc:docMk/>
            <pc:sldMk cId="4154756640" sldId="258"/>
            <ac:picMk id="12" creationId="{BD49C6AC-C674-843D-C8F1-02241A71B122}"/>
          </ac:picMkLst>
        </pc:picChg>
        <pc:picChg chg="del mod modCrop">
          <ac:chgData name="Luisa Dickenmann" userId="0c0840b0-1ae7-42c8-98b5-b02d8f71a603" providerId="ADAL" clId="{100BBC7B-7ACA-4A4D-BA33-DEF31D162335}" dt="2025-12-08T13:49:37.996" v="440" actId="478"/>
          <ac:picMkLst>
            <pc:docMk/>
            <pc:sldMk cId="4154756640" sldId="258"/>
            <ac:picMk id="13" creationId="{20E9ABAA-AE1B-6BCA-1B39-06C6C56C6344}"/>
          </ac:picMkLst>
        </pc:picChg>
      </pc:sldChg>
      <pc:sldChg chg="addSp delSp modSp mod">
        <pc:chgData name="Luisa Dickenmann" userId="0c0840b0-1ae7-42c8-98b5-b02d8f71a603" providerId="ADAL" clId="{100BBC7B-7ACA-4A4D-BA33-DEF31D162335}" dt="2025-12-09T12:54:05.970" v="2506" actId="20577"/>
        <pc:sldMkLst>
          <pc:docMk/>
          <pc:sldMk cId="2740833318" sldId="259"/>
        </pc:sldMkLst>
        <pc:spChg chg="mod">
          <ac:chgData name="Luisa Dickenmann" userId="0c0840b0-1ae7-42c8-98b5-b02d8f71a603" providerId="ADAL" clId="{100BBC7B-7ACA-4A4D-BA33-DEF31D162335}" dt="2025-12-09T12:54:05.970" v="2506" actId="20577"/>
          <ac:spMkLst>
            <pc:docMk/>
            <pc:sldMk cId="2740833318" sldId="259"/>
            <ac:spMk id="2" creationId="{EC37FC25-0092-D266-9369-B42C8B0A2DCD}"/>
          </ac:spMkLst>
        </pc:spChg>
        <pc:spChg chg="add del mod">
          <ac:chgData name="Luisa Dickenmann" userId="0c0840b0-1ae7-42c8-98b5-b02d8f71a603" providerId="ADAL" clId="{100BBC7B-7ACA-4A4D-BA33-DEF31D162335}" dt="2025-12-09T12:44:53.493" v="2416" actId="931"/>
          <ac:spMkLst>
            <pc:docMk/>
            <pc:sldMk cId="2740833318" sldId="259"/>
            <ac:spMk id="4" creationId="{532D2E4B-88AD-EAF1-3A11-A5EEBF4FDB12}"/>
          </ac:spMkLst>
        </pc:spChg>
        <pc:spChg chg="add mod">
          <ac:chgData name="Luisa Dickenmann" userId="0c0840b0-1ae7-42c8-98b5-b02d8f71a603" providerId="ADAL" clId="{100BBC7B-7ACA-4A4D-BA33-DEF31D162335}" dt="2025-12-09T12:52:31.636" v="2497" actId="1076"/>
          <ac:spMkLst>
            <pc:docMk/>
            <pc:sldMk cId="2740833318" sldId="259"/>
            <ac:spMk id="7" creationId="{48543C4B-69A1-290C-CEFB-6E8DFA1E1BD1}"/>
          </ac:spMkLst>
        </pc:spChg>
        <pc:spChg chg="add del mod">
          <ac:chgData name="Luisa Dickenmann" userId="0c0840b0-1ae7-42c8-98b5-b02d8f71a603" providerId="ADAL" clId="{100BBC7B-7ACA-4A4D-BA33-DEF31D162335}" dt="2025-12-09T12:50:06.464" v="2440" actId="931"/>
          <ac:spMkLst>
            <pc:docMk/>
            <pc:sldMk cId="2740833318" sldId="259"/>
            <ac:spMk id="9" creationId="{4B86054D-C31C-DCF9-B905-30FB8008FA94}"/>
          </ac:spMkLst>
        </pc:spChg>
        <pc:spChg chg="add mod">
          <ac:chgData name="Luisa Dickenmann" userId="0c0840b0-1ae7-42c8-98b5-b02d8f71a603" providerId="ADAL" clId="{100BBC7B-7ACA-4A4D-BA33-DEF31D162335}" dt="2025-12-09T12:53:52.670" v="2505" actId="20577"/>
          <ac:spMkLst>
            <pc:docMk/>
            <pc:sldMk cId="2740833318" sldId="259"/>
            <ac:spMk id="12" creationId="{86B23E41-3A5D-BCAF-834C-2A32E08422A5}"/>
          </ac:spMkLst>
        </pc:spChg>
        <pc:picChg chg="add del mod">
          <ac:chgData name="Luisa Dickenmann" userId="0c0840b0-1ae7-42c8-98b5-b02d8f71a603" providerId="ADAL" clId="{100BBC7B-7ACA-4A4D-BA33-DEF31D162335}" dt="2025-12-09T12:50:01.499" v="2439" actId="478"/>
          <ac:picMkLst>
            <pc:docMk/>
            <pc:sldMk cId="2740833318" sldId="259"/>
            <ac:picMk id="6" creationId="{4C5BE8CB-F4AE-8643-ACF9-3C68BE49ECE3}"/>
          </ac:picMkLst>
        </pc:picChg>
        <pc:picChg chg="add mod ord">
          <ac:chgData name="Luisa Dickenmann" userId="0c0840b0-1ae7-42c8-98b5-b02d8f71a603" providerId="ADAL" clId="{100BBC7B-7ACA-4A4D-BA33-DEF31D162335}" dt="2025-12-09T12:50:14.400" v="2444" actId="14100"/>
          <ac:picMkLst>
            <pc:docMk/>
            <pc:sldMk cId="2740833318" sldId="259"/>
            <ac:picMk id="11" creationId="{C5869241-031B-EBB0-A018-4867A27D2D22}"/>
          </ac:picMkLst>
        </pc:picChg>
        <pc:picChg chg="del mod modCrop">
          <ac:chgData name="Luisa Dickenmann" userId="0c0840b0-1ae7-42c8-98b5-b02d8f71a603" providerId="ADAL" clId="{100BBC7B-7ACA-4A4D-BA33-DEF31D162335}" dt="2025-12-09T12:44:47.670" v="2415" actId="478"/>
          <ac:picMkLst>
            <pc:docMk/>
            <pc:sldMk cId="2740833318" sldId="259"/>
            <ac:picMk id="13" creationId="{DF5F4204-7DFC-D576-7935-B7E0866D43BB}"/>
          </ac:picMkLst>
        </pc:picChg>
      </pc:sldChg>
      <pc:sldChg chg="addSp delSp modSp new del mod">
        <pc:chgData name="Luisa Dickenmann" userId="0c0840b0-1ae7-42c8-98b5-b02d8f71a603" providerId="ADAL" clId="{100BBC7B-7ACA-4A4D-BA33-DEF31D162335}" dt="2025-12-08T12:01:51.656" v="165" actId="47"/>
        <pc:sldMkLst>
          <pc:docMk/>
          <pc:sldMk cId="3575966718" sldId="260"/>
        </pc:sldMkLst>
      </pc:sldChg>
      <pc:sldChg chg="addSp delSp modSp new mod modNotesTx">
        <pc:chgData name="Luisa Dickenmann" userId="0c0840b0-1ae7-42c8-98b5-b02d8f71a603" providerId="ADAL" clId="{100BBC7B-7ACA-4A4D-BA33-DEF31D162335}" dt="2025-12-09T13:05:39.778" v="2552" actId="20577"/>
        <pc:sldMkLst>
          <pc:docMk/>
          <pc:sldMk cId="4018528445" sldId="261"/>
        </pc:sldMkLst>
        <pc:spChg chg="mod">
          <ac:chgData name="Luisa Dickenmann" userId="0c0840b0-1ae7-42c8-98b5-b02d8f71a603" providerId="ADAL" clId="{100BBC7B-7ACA-4A4D-BA33-DEF31D162335}" dt="2025-12-08T15:19:29.658" v="815" actId="1076"/>
          <ac:spMkLst>
            <pc:docMk/>
            <pc:sldMk cId="4018528445" sldId="261"/>
            <ac:spMk id="2" creationId="{32D9D9BF-2B66-09AD-138F-36386DDD5CDD}"/>
          </ac:spMkLst>
        </pc:spChg>
        <pc:spChg chg="add mod">
          <ac:chgData name="Luisa Dickenmann" userId="0c0840b0-1ae7-42c8-98b5-b02d8f71a603" providerId="ADAL" clId="{100BBC7B-7ACA-4A4D-BA33-DEF31D162335}" dt="2025-12-09T11:46:50.401" v="2130" actId="1076"/>
          <ac:spMkLst>
            <pc:docMk/>
            <pc:sldMk cId="4018528445" sldId="261"/>
            <ac:spMk id="3" creationId="{3FEE3C62-7A17-B683-8845-1CC05C605A19}"/>
          </ac:spMkLst>
        </pc:spChg>
        <pc:spChg chg="add del mod">
          <ac:chgData name="Luisa Dickenmann" userId="0c0840b0-1ae7-42c8-98b5-b02d8f71a603" providerId="ADAL" clId="{100BBC7B-7ACA-4A4D-BA33-DEF31D162335}" dt="2025-12-09T13:03:09.675" v="2520" actId="478"/>
          <ac:spMkLst>
            <pc:docMk/>
            <pc:sldMk cId="4018528445" sldId="261"/>
            <ac:spMk id="4" creationId="{E5DCEE24-4EB7-F051-422E-FF7AF5E0BE67}"/>
          </ac:spMkLst>
        </pc:spChg>
        <pc:spChg chg="add del mod">
          <ac:chgData name="Luisa Dickenmann" userId="0c0840b0-1ae7-42c8-98b5-b02d8f71a603" providerId="ADAL" clId="{100BBC7B-7ACA-4A4D-BA33-DEF31D162335}" dt="2025-12-09T11:33:55.744" v="2032" actId="478"/>
          <ac:spMkLst>
            <pc:docMk/>
            <pc:sldMk cId="4018528445" sldId="261"/>
            <ac:spMk id="6" creationId="{80950EBB-8C17-AB55-C2D8-9EFAA45D6BB0}"/>
          </ac:spMkLst>
        </pc:spChg>
        <pc:spChg chg="add del mod">
          <ac:chgData name="Luisa Dickenmann" userId="0c0840b0-1ae7-42c8-98b5-b02d8f71a603" providerId="ADAL" clId="{100BBC7B-7ACA-4A4D-BA33-DEF31D162335}" dt="2025-12-09T11:45:50.736" v="2101" actId="478"/>
          <ac:spMkLst>
            <pc:docMk/>
            <pc:sldMk cId="4018528445" sldId="261"/>
            <ac:spMk id="7" creationId="{BBEFE0AB-082B-2E38-5653-035A328645CC}"/>
          </ac:spMkLst>
        </pc:spChg>
        <pc:spChg chg="add mod">
          <ac:chgData name="Luisa Dickenmann" userId="0c0840b0-1ae7-42c8-98b5-b02d8f71a603" providerId="ADAL" clId="{100BBC7B-7ACA-4A4D-BA33-DEF31D162335}" dt="2025-12-09T11:34:55.282" v="2064" actId="20577"/>
          <ac:spMkLst>
            <pc:docMk/>
            <pc:sldMk cId="4018528445" sldId="261"/>
            <ac:spMk id="9" creationId="{B0C60FA7-6976-A204-5DB2-FA364834CB49}"/>
          </ac:spMkLst>
        </pc:spChg>
        <pc:spChg chg="add mod">
          <ac:chgData name="Luisa Dickenmann" userId="0c0840b0-1ae7-42c8-98b5-b02d8f71a603" providerId="ADAL" clId="{100BBC7B-7ACA-4A4D-BA33-DEF31D162335}" dt="2025-12-09T11:46:38.154" v="2129" actId="1035"/>
          <ac:spMkLst>
            <pc:docMk/>
            <pc:sldMk cId="4018528445" sldId="261"/>
            <ac:spMk id="11" creationId="{1DE83656-BBCA-820A-78B8-B8825292C4BF}"/>
          </ac:spMkLst>
        </pc:spChg>
        <pc:spChg chg="add del mod">
          <ac:chgData name="Luisa Dickenmann" userId="0c0840b0-1ae7-42c8-98b5-b02d8f71a603" providerId="ADAL" clId="{100BBC7B-7ACA-4A4D-BA33-DEF31D162335}" dt="2025-12-09T13:05:30.480" v="2535" actId="21"/>
          <ac:spMkLst>
            <pc:docMk/>
            <pc:sldMk cId="4018528445" sldId="261"/>
            <ac:spMk id="12" creationId="{B288B677-3035-51D8-5C17-98D87F87F1C8}"/>
          </ac:spMkLst>
        </pc:spChg>
        <pc:spChg chg="add mod">
          <ac:chgData name="Luisa Dickenmann" userId="0c0840b0-1ae7-42c8-98b5-b02d8f71a603" providerId="ADAL" clId="{100BBC7B-7ACA-4A4D-BA33-DEF31D162335}" dt="2025-12-09T13:05:34.989" v="2548"/>
          <ac:spMkLst>
            <pc:docMk/>
            <pc:sldMk cId="4018528445" sldId="261"/>
            <ac:spMk id="13" creationId="{B288B677-3035-51D8-5C17-98D87F87F1C8}"/>
          </ac:spMkLst>
        </pc:spChg>
        <pc:picChg chg="add mod modCrop">
          <ac:chgData name="Luisa Dickenmann" userId="0c0840b0-1ae7-42c8-98b5-b02d8f71a603" providerId="ADAL" clId="{100BBC7B-7ACA-4A4D-BA33-DEF31D162335}" dt="2025-12-08T15:19:33.932" v="816" actId="1076"/>
          <ac:picMkLst>
            <pc:docMk/>
            <pc:sldMk cId="4018528445" sldId="261"/>
            <ac:picMk id="5" creationId="{C81AF245-CF10-C522-E0CE-18AABCB35AA8}"/>
          </ac:picMkLst>
        </pc:picChg>
        <pc:cxnChg chg="add mod">
          <ac:chgData name="Luisa Dickenmann" userId="0c0840b0-1ae7-42c8-98b5-b02d8f71a603" providerId="ADAL" clId="{100BBC7B-7ACA-4A4D-BA33-DEF31D162335}" dt="2025-12-09T11:46:13.580" v="2103" actId="1076"/>
          <ac:cxnSpMkLst>
            <pc:docMk/>
            <pc:sldMk cId="4018528445" sldId="261"/>
            <ac:cxnSpMk id="10" creationId="{627207B2-C399-F774-B53B-5CE49BA29F56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4:38:07.173" v="2781" actId="1035"/>
        <pc:sldMkLst>
          <pc:docMk/>
          <pc:sldMk cId="2468455985" sldId="262"/>
        </pc:sldMkLst>
        <pc:spChg chg="mod">
          <ac:chgData name="Luisa Dickenmann" userId="0c0840b0-1ae7-42c8-98b5-b02d8f71a603" providerId="ADAL" clId="{100BBC7B-7ACA-4A4D-BA33-DEF31D162335}" dt="2025-12-08T15:19:07.001" v="811" actId="1076"/>
          <ac:spMkLst>
            <pc:docMk/>
            <pc:sldMk cId="2468455985" sldId="262"/>
            <ac:spMk id="2" creationId="{186B59D3-816C-2A57-089A-EA265D288680}"/>
          </ac:spMkLst>
        </pc:spChg>
        <pc:spChg chg="del">
          <ac:chgData name="Luisa Dickenmann" userId="0c0840b0-1ae7-42c8-98b5-b02d8f71a603" providerId="ADAL" clId="{100BBC7B-7ACA-4A4D-BA33-DEF31D162335}" dt="2025-12-08T12:14:21.839" v="349" actId="931"/>
          <ac:spMkLst>
            <pc:docMk/>
            <pc:sldMk cId="2468455985" sldId="262"/>
            <ac:spMk id="3" creationId="{5082D910-5641-70E7-318E-1494D91CF015}"/>
          </ac:spMkLst>
        </pc:spChg>
        <pc:spChg chg="add del mod">
          <ac:chgData name="Luisa Dickenmann" userId="0c0840b0-1ae7-42c8-98b5-b02d8f71a603" providerId="ADAL" clId="{100BBC7B-7ACA-4A4D-BA33-DEF31D162335}" dt="2025-12-09T11:30:40.660" v="2001" actId="478"/>
          <ac:spMkLst>
            <pc:docMk/>
            <pc:sldMk cId="2468455985" sldId="262"/>
            <ac:spMk id="3" creationId="{91EC97E6-8AEB-87D4-7239-85C8894300AB}"/>
          </ac:spMkLst>
        </pc:spChg>
        <pc:spChg chg="add mod">
          <ac:chgData name="Luisa Dickenmann" userId="0c0840b0-1ae7-42c8-98b5-b02d8f71a603" providerId="ADAL" clId="{100BBC7B-7ACA-4A4D-BA33-DEF31D162335}" dt="2025-12-08T13:50:55.797" v="517" actId="207"/>
          <ac:spMkLst>
            <pc:docMk/>
            <pc:sldMk cId="2468455985" sldId="262"/>
            <ac:spMk id="6" creationId="{85B2C7B7-4BA9-EB08-7CDD-E8CB7044D6E1}"/>
          </ac:spMkLst>
        </pc:spChg>
        <pc:spChg chg="add mod topLvl">
          <ac:chgData name="Luisa Dickenmann" userId="0c0840b0-1ae7-42c8-98b5-b02d8f71a603" providerId="ADAL" clId="{100BBC7B-7ACA-4A4D-BA33-DEF31D162335}" dt="2025-12-09T11:30:36.654" v="2000" actId="165"/>
          <ac:spMkLst>
            <pc:docMk/>
            <pc:sldMk cId="2468455985" sldId="262"/>
            <ac:spMk id="8" creationId="{B4B09F37-05AB-B6E9-E388-410DADB688E9}"/>
          </ac:spMkLst>
        </pc:spChg>
        <pc:spChg chg="mod topLvl">
          <ac:chgData name="Luisa Dickenmann" userId="0c0840b0-1ae7-42c8-98b5-b02d8f71a603" providerId="ADAL" clId="{100BBC7B-7ACA-4A4D-BA33-DEF31D162335}" dt="2025-12-09T11:30:31.462" v="1999" actId="207"/>
          <ac:spMkLst>
            <pc:docMk/>
            <pc:sldMk cId="2468455985" sldId="262"/>
            <ac:spMk id="13" creationId="{2544A9C5-D7E0-7596-44AC-D0B1CF22A9BF}"/>
          </ac:spMkLst>
        </pc:spChg>
        <pc:grpChg chg="add del mod">
          <ac:chgData name="Luisa Dickenmann" userId="0c0840b0-1ae7-42c8-98b5-b02d8f71a603" providerId="ADAL" clId="{100BBC7B-7ACA-4A4D-BA33-DEF31D162335}" dt="2025-12-09T11:30:36.654" v="2000" actId="165"/>
          <ac:grpSpMkLst>
            <pc:docMk/>
            <pc:sldMk cId="2468455985" sldId="262"/>
            <ac:grpSpMk id="9" creationId="{98166884-4D6A-8802-5B00-59AF1ACB92C4}"/>
          </ac:grpSpMkLst>
        </pc:grpChg>
        <pc:grpChg chg="add del mod">
          <ac:chgData name="Luisa Dickenmann" userId="0c0840b0-1ae7-42c8-98b5-b02d8f71a603" providerId="ADAL" clId="{100BBC7B-7ACA-4A4D-BA33-DEF31D162335}" dt="2025-12-09T11:30:25.490" v="1998" actId="165"/>
          <ac:grpSpMkLst>
            <pc:docMk/>
            <pc:sldMk cId="2468455985" sldId="262"/>
            <ac:grpSpMk id="11" creationId="{B22E8C7C-1926-55FC-C68F-12555B48D643}"/>
          </ac:grpSpMkLst>
        </pc:grpChg>
        <pc:picChg chg="add mod ord modCrop">
          <ac:chgData name="Luisa Dickenmann" userId="0c0840b0-1ae7-42c8-98b5-b02d8f71a603" providerId="ADAL" clId="{100BBC7B-7ACA-4A4D-BA33-DEF31D162335}" dt="2025-12-09T14:38:07.173" v="2781" actId="1035"/>
          <ac:picMkLst>
            <pc:docMk/>
            <pc:sldMk cId="2468455985" sldId="262"/>
            <ac:picMk id="5" creationId="{73E0993F-5E9C-1D30-1C0B-6E7EB90E7028}"/>
          </ac:picMkLst>
        </pc:picChg>
        <pc:picChg chg="add mod">
          <ac:chgData name="Luisa Dickenmann" userId="0c0840b0-1ae7-42c8-98b5-b02d8f71a603" providerId="ADAL" clId="{100BBC7B-7ACA-4A4D-BA33-DEF31D162335}" dt="2025-12-09T11:28:39.524" v="1983"/>
          <ac:picMkLst>
            <pc:docMk/>
            <pc:sldMk cId="2468455985" sldId="262"/>
            <ac:picMk id="10" creationId="{F2F9C6E6-9E85-D418-EFB2-D406905421A2}"/>
          </ac:picMkLst>
        </pc:picChg>
        <pc:cxnChg chg="add del mod">
          <ac:chgData name="Luisa Dickenmann" userId="0c0840b0-1ae7-42c8-98b5-b02d8f71a603" providerId="ADAL" clId="{100BBC7B-7ACA-4A4D-BA33-DEF31D162335}" dt="2025-12-09T11:27:48.538" v="1679" actId="478"/>
          <ac:cxnSpMkLst>
            <pc:docMk/>
            <pc:sldMk cId="2468455985" sldId="262"/>
            <ac:cxnSpMk id="4" creationId="{9B08037A-6536-2908-99A6-FC68C8DAEEA4}"/>
          </ac:cxnSpMkLst>
        </pc:cxnChg>
        <pc:cxnChg chg="add mod topLvl">
          <ac:chgData name="Luisa Dickenmann" userId="0c0840b0-1ae7-42c8-98b5-b02d8f71a603" providerId="ADAL" clId="{100BBC7B-7ACA-4A4D-BA33-DEF31D162335}" dt="2025-12-09T11:30:36.654" v="2000" actId="165"/>
          <ac:cxnSpMkLst>
            <pc:docMk/>
            <pc:sldMk cId="2468455985" sldId="262"/>
            <ac:cxnSpMk id="7" creationId="{19059EA4-2DBF-0663-3CBB-735422399593}"/>
          </ac:cxnSpMkLst>
        </pc:cxnChg>
        <pc:cxnChg chg="mod topLvl">
          <ac:chgData name="Luisa Dickenmann" userId="0c0840b0-1ae7-42c8-98b5-b02d8f71a603" providerId="ADAL" clId="{100BBC7B-7ACA-4A4D-BA33-DEF31D162335}" dt="2025-12-09T11:30:25.490" v="1998" actId="165"/>
          <ac:cxnSpMkLst>
            <pc:docMk/>
            <pc:sldMk cId="2468455985" sldId="262"/>
            <ac:cxnSpMk id="12" creationId="{FCE061F1-94C7-639C-91D4-CFA492EA4128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07:01.476" v="2205" actId="1076"/>
        <pc:sldMkLst>
          <pc:docMk/>
          <pc:sldMk cId="366536072" sldId="263"/>
        </pc:sldMkLst>
        <pc:spChg chg="mod">
          <ac:chgData name="Luisa Dickenmann" userId="0c0840b0-1ae7-42c8-98b5-b02d8f71a603" providerId="ADAL" clId="{100BBC7B-7ACA-4A4D-BA33-DEF31D162335}" dt="2025-12-08T13:51:56.361" v="563" actId="1076"/>
          <ac:spMkLst>
            <pc:docMk/>
            <pc:sldMk cId="366536072" sldId="263"/>
            <ac:spMk id="2" creationId="{B4D941A4-7800-BF6D-3047-19A2F1FFE400}"/>
          </ac:spMkLst>
        </pc:spChg>
        <pc:spChg chg="del">
          <ac:chgData name="Luisa Dickenmann" userId="0c0840b0-1ae7-42c8-98b5-b02d8f71a603" providerId="ADAL" clId="{100BBC7B-7ACA-4A4D-BA33-DEF31D162335}" dt="2025-12-08T11:57:37.698" v="109" actId="931"/>
          <ac:spMkLst>
            <pc:docMk/>
            <pc:sldMk cId="366536072" sldId="263"/>
            <ac:spMk id="3" creationId="{AC727228-8F6E-4303-82F6-D5F4357795D7}"/>
          </ac:spMkLst>
        </pc:spChg>
        <pc:spChg chg="add del mod">
          <ac:chgData name="Luisa Dickenmann" userId="0c0840b0-1ae7-42c8-98b5-b02d8f71a603" providerId="ADAL" clId="{100BBC7B-7ACA-4A4D-BA33-DEF31D162335}" dt="2025-12-09T12:04:43.841" v="2197" actId="478"/>
          <ac:spMkLst>
            <pc:docMk/>
            <pc:sldMk cId="366536072" sldId="263"/>
            <ac:spMk id="3" creationId="{C13A3920-AC57-BA3B-7610-C11A7999D3F2}"/>
          </ac:spMkLst>
        </pc:spChg>
        <pc:spChg chg="add del mod">
          <ac:chgData name="Luisa Dickenmann" userId="0c0840b0-1ae7-42c8-98b5-b02d8f71a603" providerId="ADAL" clId="{100BBC7B-7ACA-4A4D-BA33-DEF31D162335}" dt="2025-12-09T12:06:50.241" v="2201" actId="931"/>
          <ac:spMkLst>
            <pc:docMk/>
            <pc:sldMk cId="366536072" sldId="263"/>
            <ac:spMk id="7" creationId="{B285CAAB-7D53-5FB3-9E17-B912504C3176}"/>
          </ac:spMkLst>
        </pc:spChg>
        <pc:picChg chg="add del mod modCrop">
          <ac:chgData name="Luisa Dickenmann" userId="0c0840b0-1ae7-42c8-98b5-b02d8f71a603" providerId="ADAL" clId="{100BBC7B-7ACA-4A4D-BA33-DEF31D162335}" dt="2025-12-09T12:06:41.989" v="2200" actId="478"/>
          <ac:picMkLst>
            <pc:docMk/>
            <pc:sldMk cId="366536072" sldId="263"/>
            <ac:picMk id="5" creationId="{74CD08E0-9A64-49FE-60CB-7BB27C2718EC}"/>
          </ac:picMkLst>
        </pc:picChg>
        <pc:picChg chg="add mod ord">
          <ac:chgData name="Luisa Dickenmann" userId="0c0840b0-1ae7-42c8-98b5-b02d8f71a603" providerId="ADAL" clId="{100BBC7B-7ACA-4A4D-BA33-DEF31D162335}" dt="2025-12-09T12:06:57.988" v="2204" actId="14100"/>
          <ac:picMkLst>
            <pc:docMk/>
            <pc:sldMk cId="366536072" sldId="263"/>
            <ac:picMk id="9" creationId="{270947E2-94D3-B544-4587-E9882F4D2BAA}"/>
          </ac:picMkLst>
        </pc:picChg>
        <pc:cxnChg chg="add mod">
          <ac:chgData name="Luisa Dickenmann" userId="0c0840b0-1ae7-42c8-98b5-b02d8f71a603" providerId="ADAL" clId="{100BBC7B-7ACA-4A4D-BA33-DEF31D162335}" dt="2025-12-09T12:07:01.476" v="2205" actId="1076"/>
          <ac:cxnSpMkLst>
            <pc:docMk/>
            <pc:sldMk cId="366536072" sldId="263"/>
            <ac:cxnSpMk id="4" creationId="{8E594E9A-0DC9-656A-15F4-E36D519C6094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16:17.709" v="2311" actId="1076"/>
        <pc:sldMkLst>
          <pc:docMk/>
          <pc:sldMk cId="1505597422" sldId="264"/>
        </pc:sldMkLst>
        <pc:spChg chg="mod">
          <ac:chgData name="Luisa Dickenmann" userId="0c0840b0-1ae7-42c8-98b5-b02d8f71a603" providerId="ADAL" clId="{100BBC7B-7ACA-4A4D-BA33-DEF31D162335}" dt="2025-12-08T13:53:13.258" v="588" actId="1076"/>
          <ac:spMkLst>
            <pc:docMk/>
            <pc:sldMk cId="1505597422" sldId="264"/>
            <ac:spMk id="2" creationId="{87423E70-6AE2-13AB-B9D6-DFD4DC3807B8}"/>
          </ac:spMkLst>
        </pc:spChg>
        <pc:spChg chg="add del mod">
          <ac:chgData name="Luisa Dickenmann" userId="0c0840b0-1ae7-42c8-98b5-b02d8f71a603" providerId="ADAL" clId="{100BBC7B-7ACA-4A4D-BA33-DEF31D162335}" dt="2025-12-09T12:15:55.612" v="2302" actId="478"/>
          <ac:spMkLst>
            <pc:docMk/>
            <pc:sldMk cId="1505597422" sldId="264"/>
            <ac:spMk id="3" creationId="{2255ADE4-89C3-9EED-BB0D-6A8E686DCEE0}"/>
          </ac:spMkLst>
        </pc:spChg>
        <pc:spChg chg="del">
          <ac:chgData name="Luisa Dickenmann" userId="0c0840b0-1ae7-42c8-98b5-b02d8f71a603" providerId="ADAL" clId="{100BBC7B-7ACA-4A4D-BA33-DEF31D162335}" dt="2025-12-08T12:02:21.112" v="174" actId="931"/>
          <ac:spMkLst>
            <pc:docMk/>
            <pc:sldMk cId="1505597422" sldId="264"/>
            <ac:spMk id="3" creationId="{8E71B790-1314-9531-7375-6100B66ED4C6}"/>
          </ac:spMkLst>
        </pc:spChg>
        <pc:spChg chg="add del mod">
          <ac:chgData name="Luisa Dickenmann" userId="0c0840b0-1ae7-42c8-98b5-b02d8f71a603" providerId="ADAL" clId="{100BBC7B-7ACA-4A4D-BA33-DEF31D162335}" dt="2025-12-09T12:16:03.222" v="2303" actId="931"/>
          <ac:spMkLst>
            <pc:docMk/>
            <pc:sldMk cId="1505597422" sldId="264"/>
            <ac:spMk id="6" creationId="{1B4B201C-5932-3744-A0F8-DAF0CDB34C4C}"/>
          </ac:spMkLst>
        </pc:spChg>
        <pc:picChg chg="add del mod modCrop">
          <ac:chgData name="Luisa Dickenmann" userId="0c0840b0-1ae7-42c8-98b5-b02d8f71a603" providerId="ADAL" clId="{100BBC7B-7ACA-4A4D-BA33-DEF31D162335}" dt="2025-12-09T12:15:54.797" v="2301" actId="478"/>
          <ac:picMkLst>
            <pc:docMk/>
            <pc:sldMk cId="1505597422" sldId="264"/>
            <ac:picMk id="5" creationId="{16D65E6A-4EF0-6D4D-7682-EC32F509A222}"/>
          </ac:picMkLst>
        </pc:picChg>
        <pc:picChg chg="add mod">
          <ac:chgData name="Luisa Dickenmann" userId="0c0840b0-1ae7-42c8-98b5-b02d8f71a603" providerId="ADAL" clId="{100BBC7B-7ACA-4A4D-BA33-DEF31D162335}" dt="2025-12-09T12:16:17.709" v="2311" actId="1076"/>
          <ac:picMkLst>
            <pc:docMk/>
            <pc:sldMk cId="1505597422" sldId="264"/>
            <ac:picMk id="8" creationId="{4EC47E45-9E07-5478-4A1D-D66819A2391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13:02:44.534" v="2517" actId="1076"/>
        <pc:sldMkLst>
          <pc:docMk/>
          <pc:sldMk cId="1309389261" sldId="265"/>
        </pc:sldMkLst>
        <pc:spChg chg="mod">
          <ac:chgData name="Luisa Dickenmann" userId="0c0840b0-1ae7-42c8-98b5-b02d8f71a603" providerId="ADAL" clId="{100BBC7B-7ACA-4A4D-BA33-DEF31D162335}" dt="2025-12-09T12:55:03.299" v="2514" actId="20577"/>
          <ac:spMkLst>
            <pc:docMk/>
            <pc:sldMk cId="1309389261" sldId="265"/>
            <ac:spMk id="2" creationId="{E5EB79DC-5387-676F-0683-1D49454F40B3}"/>
          </ac:spMkLst>
        </pc:spChg>
        <pc:spChg chg="add del mod">
          <ac:chgData name="Luisa Dickenmann" userId="0c0840b0-1ae7-42c8-98b5-b02d8f71a603" providerId="ADAL" clId="{100BBC7B-7ACA-4A4D-BA33-DEF31D162335}" dt="2025-12-09T11:50:56.535" v="2145" actId="478"/>
          <ac:spMkLst>
            <pc:docMk/>
            <pc:sldMk cId="1309389261" sldId="265"/>
            <ac:spMk id="3" creationId="{47A13D92-FCF6-7583-9936-71295497D6BD}"/>
          </ac:spMkLst>
        </pc:spChg>
        <pc:spChg chg="del">
          <ac:chgData name="Luisa Dickenmann" userId="0c0840b0-1ae7-42c8-98b5-b02d8f71a603" providerId="ADAL" clId="{100BBC7B-7ACA-4A4D-BA33-DEF31D162335}" dt="2025-12-08T12:01:07.416" v="160" actId="931"/>
          <ac:spMkLst>
            <pc:docMk/>
            <pc:sldMk cId="1309389261" sldId="265"/>
            <ac:spMk id="3" creationId="{B7445A8B-7D82-B218-76BE-38031B3A0D80}"/>
          </ac:spMkLst>
        </pc:spChg>
        <pc:spChg chg="add mod">
          <ac:chgData name="Luisa Dickenmann" userId="0c0840b0-1ae7-42c8-98b5-b02d8f71a603" providerId="ADAL" clId="{100BBC7B-7ACA-4A4D-BA33-DEF31D162335}" dt="2025-12-09T13:02:44.534" v="2517" actId="1076"/>
          <ac:spMkLst>
            <pc:docMk/>
            <pc:sldMk cId="1309389261" sldId="265"/>
            <ac:spMk id="4" creationId="{1F23F0DC-52E1-09BD-080C-AFC35699FB60}"/>
          </ac:spMkLst>
        </pc:spChg>
        <pc:spChg chg="add del mod">
          <ac:chgData name="Luisa Dickenmann" userId="0c0840b0-1ae7-42c8-98b5-b02d8f71a603" providerId="ADAL" clId="{100BBC7B-7ACA-4A4D-BA33-DEF31D162335}" dt="2025-12-09T13:02:40.778" v="2516" actId="478"/>
          <ac:spMkLst>
            <pc:docMk/>
            <pc:sldMk cId="1309389261" sldId="265"/>
            <ac:spMk id="6" creationId="{88649343-2493-E174-DAD2-92A791FD7486}"/>
          </ac:spMkLst>
        </pc:spChg>
        <pc:spChg chg="add del mod">
          <ac:chgData name="Luisa Dickenmann" userId="0c0840b0-1ae7-42c8-98b5-b02d8f71a603" providerId="ADAL" clId="{100BBC7B-7ACA-4A4D-BA33-DEF31D162335}" dt="2025-12-09T13:02:37.432" v="2515" actId="478"/>
          <ac:spMkLst>
            <pc:docMk/>
            <pc:sldMk cId="1309389261" sldId="265"/>
            <ac:spMk id="7" creationId="{93CF37AE-0442-D191-0D72-30187F796763}"/>
          </ac:spMkLst>
        </pc:spChg>
        <pc:spChg chg="add del mod">
          <ac:chgData name="Luisa Dickenmann" userId="0c0840b0-1ae7-42c8-98b5-b02d8f71a603" providerId="ADAL" clId="{100BBC7B-7ACA-4A4D-BA33-DEF31D162335}" dt="2025-12-09T12:08:48.829" v="2207" actId="931"/>
          <ac:spMkLst>
            <pc:docMk/>
            <pc:sldMk cId="1309389261" sldId="265"/>
            <ac:spMk id="9" creationId="{1E7207BF-7D1A-06E6-759A-4DC70AB43061}"/>
          </ac:spMkLst>
        </pc:spChg>
        <pc:spChg chg="add mod">
          <ac:chgData name="Luisa Dickenmann" userId="0c0840b0-1ae7-42c8-98b5-b02d8f71a603" providerId="ADAL" clId="{100BBC7B-7ACA-4A4D-BA33-DEF31D162335}" dt="2025-12-09T12:11:42.988" v="2254" actId="1076"/>
          <ac:spMkLst>
            <pc:docMk/>
            <pc:sldMk cId="1309389261" sldId="265"/>
            <ac:spMk id="13" creationId="{57228138-E4A7-851D-FC56-2306BC16034C}"/>
          </ac:spMkLst>
        </pc:spChg>
        <pc:spChg chg="add mod">
          <ac:chgData name="Luisa Dickenmann" userId="0c0840b0-1ae7-42c8-98b5-b02d8f71a603" providerId="ADAL" clId="{100BBC7B-7ACA-4A4D-BA33-DEF31D162335}" dt="2025-12-09T12:11:55.782" v="2258" actId="20577"/>
          <ac:spMkLst>
            <pc:docMk/>
            <pc:sldMk cId="1309389261" sldId="265"/>
            <ac:spMk id="15" creationId="{0923EC24-A6E5-C849-B975-9601C8597CF3}"/>
          </ac:spMkLst>
        </pc:spChg>
        <pc:picChg chg="add del mod modCrop">
          <ac:chgData name="Luisa Dickenmann" userId="0c0840b0-1ae7-42c8-98b5-b02d8f71a603" providerId="ADAL" clId="{100BBC7B-7ACA-4A4D-BA33-DEF31D162335}" dt="2025-12-09T12:08:37.349" v="2206" actId="478"/>
          <ac:picMkLst>
            <pc:docMk/>
            <pc:sldMk cId="1309389261" sldId="265"/>
            <ac:picMk id="5" creationId="{A613A6A1-D807-9828-02A8-F458A86438B3}"/>
          </ac:picMkLst>
        </pc:picChg>
        <pc:picChg chg="add mod">
          <ac:chgData name="Luisa Dickenmann" userId="0c0840b0-1ae7-42c8-98b5-b02d8f71a603" providerId="ADAL" clId="{100BBC7B-7ACA-4A4D-BA33-DEF31D162335}" dt="2025-12-09T12:11:08.004" v="2244" actId="1076"/>
          <ac:picMkLst>
            <pc:docMk/>
            <pc:sldMk cId="1309389261" sldId="265"/>
            <ac:picMk id="11" creationId="{44A0C449-8F18-850D-9203-E214A67FEAD7}"/>
          </ac:picMkLst>
        </pc:picChg>
        <pc:cxnChg chg="add mod">
          <ac:chgData name="Luisa Dickenmann" userId="0c0840b0-1ae7-42c8-98b5-b02d8f71a603" providerId="ADAL" clId="{100BBC7B-7ACA-4A4D-BA33-DEF31D162335}" dt="2025-12-09T12:11:23.229" v="2245" actId="1076"/>
          <ac:cxnSpMkLst>
            <pc:docMk/>
            <pc:sldMk cId="1309389261" sldId="265"/>
            <ac:cxnSpMk id="12" creationId="{5982C0FB-D28F-93CA-4DE9-0A62C347B1DA}"/>
          </ac:cxnSpMkLst>
        </pc:cxnChg>
        <pc:cxnChg chg="add mod">
          <ac:chgData name="Luisa Dickenmann" userId="0c0840b0-1ae7-42c8-98b5-b02d8f71a603" providerId="ADAL" clId="{100BBC7B-7ACA-4A4D-BA33-DEF31D162335}" dt="2025-12-09T12:11:53.604" v="2257" actId="1076"/>
          <ac:cxnSpMkLst>
            <pc:docMk/>
            <pc:sldMk cId="1309389261" sldId="265"/>
            <ac:cxnSpMk id="14" creationId="{10EC720A-2AF0-9C6D-6E05-3934CC044EA9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1:33:02.436" v="2013" actId="478"/>
        <pc:sldMkLst>
          <pc:docMk/>
          <pc:sldMk cId="522262804" sldId="266"/>
        </pc:sldMkLst>
        <pc:spChg chg="mod">
          <ac:chgData name="Luisa Dickenmann" userId="0c0840b0-1ae7-42c8-98b5-b02d8f71a603" providerId="ADAL" clId="{100BBC7B-7ACA-4A4D-BA33-DEF31D162335}" dt="2025-12-08T15:19:02.474" v="810" actId="1076"/>
          <ac:spMkLst>
            <pc:docMk/>
            <pc:sldMk cId="522262804" sldId="266"/>
            <ac:spMk id="2" creationId="{88E45658-7DE4-99A0-DD6E-14745BC00932}"/>
          </ac:spMkLst>
        </pc:spChg>
        <pc:spChg chg="del">
          <ac:chgData name="Luisa Dickenmann" userId="0c0840b0-1ae7-42c8-98b5-b02d8f71a603" providerId="ADAL" clId="{100BBC7B-7ACA-4A4D-BA33-DEF31D162335}" dt="2025-12-08T12:17:17.488" v="427" actId="931"/>
          <ac:spMkLst>
            <pc:docMk/>
            <pc:sldMk cId="522262804" sldId="266"/>
            <ac:spMk id="3" creationId="{A23DF43B-180F-6577-FD50-EEDB2C1CCCB5}"/>
          </ac:spMkLst>
        </pc:spChg>
        <pc:spChg chg="add del mod">
          <ac:chgData name="Luisa Dickenmann" userId="0c0840b0-1ae7-42c8-98b5-b02d8f71a603" providerId="ADAL" clId="{100BBC7B-7ACA-4A4D-BA33-DEF31D162335}" dt="2025-12-09T11:33:02.436" v="2013" actId="478"/>
          <ac:spMkLst>
            <pc:docMk/>
            <pc:sldMk cId="522262804" sldId="266"/>
            <ac:spMk id="3" creationId="{DD786037-11A1-D806-1999-4E5EABCA8722}"/>
          </ac:spMkLst>
        </pc:spChg>
        <pc:spChg chg="add mod">
          <ac:chgData name="Luisa Dickenmann" userId="0c0840b0-1ae7-42c8-98b5-b02d8f71a603" providerId="ADAL" clId="{100BBC7B-7ACA-4A4D-BA33-DEF31D162335}" dt="2025-12-09T11:32:28.788" v="2004" actId="1076"/>
          <ac:spMkLst>
            <pc:docMk/>
            <pc:sldMk cId="522262804" sldId="266"/>
            <ac:spMk id="5" creationId="{0B94D3B1-D2D1-C219-BFFD-F4DB6DC8B9BB}"/>
          </ac:spMkLst>
        </pc:spChg>
        <pc:spChg chg="add mod">
          <ac:chgData name="Luisa Dickenmann" userId="0c0840b0-1ae7-42c8-98b5-b02d8f71a603" providerId="ADAL" clId="{100BBC7B-7ACA-4A4D-BA33-DEF31D162335}" dt="2025-12-08T13:51:08.123" v="525" actId="1076"/>
          <ac:spMkLst>
            <pc:docMk/>
            <pc:sldMk cId="522262804" sldId="266"/>
            <ac:spMk id="6" creationId="{BC044F4B-72E6-AB1B-4698-07642C2B12A6}"/>
          </ac:spMkLst>
        </pc:spChg>
        <pc:spChg chg="add del mod">
          <ac:chgData name="Luisa Dickenmann" userId="0c0840b0-1ae7-42c8-98b5-b02d8f71a603" providerId="ADAL" clId="{100BBC7B-7ACA-4A4D-BA33-DEF31D162335}" dt="2025-12-08T14:19:58.755" v="634" actId="931"/>
          <ac:spMkLst>
            <pc:docMk/>
            <pc:sldMk cId="522262804" sldId="266"/>
            <ac:spMk id="8" creationId="{1E182486-652B-51B1-0DB4-87FCBC4202F4}"/>
          </ac:spMkLst>
        </pc:spChg>
        <pc:spChg chg="add mod">
          <ac:chgData name="Luisa Dickenmann" userId="0c0840b0-1ae7-42c8-98b5-b02d8f71a603" providerId="ADAL" clId="{100BBC7B-7ACA-4A4D-BA33-DEF31D162335}" dt="2025-12-09T11:32:33.736" v="2006" actId="1076"/>
          <ac:spMkLst>
            <pc:docMk/>
            <pc:sldMk cId="522262804" sldId="266"/>
            <ac:spMk id="8" creationId="{47F509E7-DF81-6201-EAEF-76C19805D2B3}"/>
          </ac:spMkLst>
        </pc:spChg>
        <pc:spChg chg="add mod">
          <ac:chgData name="Luisa Dickenmann" userId="0c0840b0-1ae7-42c8-98b5-b02d8f71a603" providerId="ADAL" clId="{100BBC7B-7ACA-4A4D-BA33-DEF31D162335}" dt="2025-12-09T11:32:53.302" v="2012" actId="1076"/>
          <ac:spMkLst>
            <pc:docMk/>
            <pc:sldMk cId="522262804" sldId="266"/>
            <ac:spMk id="11" creationId="{925679F4-CF01-D594-4512-3725711039C9}"/>
          </ac:spMkLst>
        </pc:spChg>
        <pc:picChg chg="add del mod modCrop">
          <ac:chgData name="Luisa Dickenmann" userId="0c0840b0-1ae7-42c8-98b5-b02d8f71a603" providerId="ADAL" clId="{100BBC7B-7ACA-4A4D-BA33-DEF31D162335}" dt="2025-12-08T14:19:55.360" v="633" actId="478"/>
          <ac:picMkLst>
            <pc:docMk/>
            <pc:sldMk cId="522262804" sldId="266"/>
            <ac:picMk id="5" creationId="{4B09988F-19A5-4E3F-2A12-E557FFF1503B}"/>
          </ac:picMkLst>
        </pc:picChg>
        <pc:picChg chg="add mod modCrop">
          <ac:chgData name="Luisa Dickenmann" userId="0c0840b0-1ae7-42c8-98b5-b02d8f71a603" providerId="ADAL" clId="{100BBC7B-7ACA-4A4D-BA33-DEF31D162335}" dt="2025-12-09T11:32:46.789" v="2011" actId="1076"/>
          <ac:picMkLst>
            <pc:docMk/>
            <pc:sldMk cId="522262804" sldId="266"/>
            <ac:picMk id="10" creationId="{8BA279B2-C990-BC1D-5784-CB13A3FEFDBE}"/>
          </ac:picMkLst>
        </pc:picChg>
        <pc:cxnChg chg="add mod">
          <ac:chgData name="Luisa Dickenmann" userId="0c0840b0-1ae7-42c8-98b5-b02d8f71a603" providerId="ADAL" clId="{100BBC7B-7ACA-4A4D-BA33-DEF31D162335}" dt="2025-12-09T11:32:28.788" v="2004" actId="1076"/>
          <ac:cxnSpMkLst>
            <pc:docMk/>
            <pc:sldMk cId="522262804" sldId="266"/>
            <ac:cxnSpMk id="4" creationId="{799FF156-1706-02AD-E8DE-8029EE35527A}"/>
          </ac:cxnSpMkLst>
        </pc:cxnChg>
        <pc:cxnChg chg="add mod">
          <ac:chgData name="Luisa Dickenmann" userId="0c0840b0-1ae7-42c8-98b5-b02d8f71a603" providerId="ADAL" clId="{100BBC7B-7ACA-4A4D-BA33-DEF31D162335}" dt="2025-12-09T11:32:33.736" v="2006" actId="1076"/>
          <ac:cxnSpMkLst>
            <pc:docMk/>
            <pc:sldMk cId="522262804" sldId="266"/>
            <ac:cxnSpMk id="7" creationId="{EF7AD5F4-45BE-97EA-56EB-EB3658392A22}"/>
          </ac:cxnSpMkLst>
        </pc:cxnChg>
        <pc:cxnChg chg="add mod">
          <ac:chgData name="Luisa Dickenmann" userId="0c0840b0-1ae7-42c8-98b5-b02d8f71a603" providerId="ADAL" clId="{100BBC7B-7ACA-4A4D-BA33-DEF31D162335}" dt="2025-12-09T11:32:42.005" v="2009" actId="14100"/>
          <ac:cxnSpMkLst>
            <pc:docMk/>
            <pc:sldMk cId="522262804" sldId="266"/>
            <ac:cxnSpMk id="9" creationId="{9856D891-6E77-53B9-A5ED-9F3C0CB4763A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09:31:08.345" v="1400" actId="1076"/>
        <pc:sldMkLst>
          <pc:docMk/>
          <pc:sldMk cId="71374995" sldId="267"/>
        </pc:sldMkLst>
        <pc:spChg chg="mod">
          <ac:chgData name="Luisa Dickenmann" userId="0c0840b0-1ae7-42c8-98b5-b02d8f71a603" providerId="ADAL" clId="{100BBC7B-7ACA-4A4D-BA33-DEF31D162335}" dt="2025-12-08T15:01:08.428" v="754" actId="1076"/>
          <ac:spMkLst>
            <pc:docMk/>
            <pc:sldMk cId="71374995" sldId="267"/>
            <ac:spMk id="2" creationId="{3924B841-9362-0383-46CC-CFFBEFEFB90A}"/>
          </ac:spMkLst>
        </pc:spChg>
        <pc:spChg chg="add del mod">
          <ac:chgData name="Luisa Dickenmann" userId="0c0840b0-1ae7-42c8-98b5-b02d8f71a603" providerId="ADAL" clId="{100BBC7B-7ACA-4A4D-BA33-DEF31D162335}" dt="2025-12-09T09:30:55.591" v="1394" actId="478"/>
          <ac:spMkLst>
            <pc:docMk/>
            <pc:sldMk cId="71374995" sldId="267"/>
            <ac:spMk id="3" creationId="{45A95934-3FF5-5A04-E000-1437CD4A4B7A}"/>
          </ac:spMkLst>
        </pc:spChg>
        <pc:spChg chg="del">
          <ac:chgData name="Luisa Dickenmann" userId="0c0840b0-1ae7-42c8-98b5-b02d8f71a603" providerId="ADAL" clId="{100BBC7B-7ACA-4A4D-BA33-DEF31D162335}" dt="2025-12-08T15:00:56.102" v="749" actId="931"/>
          <ac:spMkLst>
            <pc:docMk/>
            <pc:sldMk cId="71374995" sldId="267"/>
            <ac:spMk id="3" creationId="{C5D45000-2327-9F64-320C-7F13070C3D6D}"/>
          </ac:spMkLst>
        </pc:spChg>
        <pc:spChg chg="add del mod">
          <ac:chgData name="Luisa Dickenmann" userId="0c0840b0-1ae7-42c8-98b5-b02d8f71a603" providerId="ADAL" clId="{100BBC7B-7ACA-4A4D-BA33-DEF31D162335}" dt="2025-12-09T09:30:51.299" v="1391" actId="931"/>
          <ac:spMkLst>
            <pc:docMk/>
            <pc:sldMk cId="71374995" sldId="267"/>
            <ac:spMk id="6" creationId="{36454AC2-EA9F-3FA3-6581-43BC92543F44}"/>
          </ac:spMkLst>
        </pc:spChg>
        <pc:picChg chg="add del mod modCrop">
          <ac:chgData name="Luisa Dickenmann" userId="0c0840b0-1ae7-42c8-98b5-b02d8f71a603" providerId="ADAL" clId="{100BBC7B-7ACA-4A4D-BA33-DEF31D162335}" dt="2025-12-09T09:30:46.034" v="1390" actId="478"/>
          <ac:picMkLst>
            <pc:docMk/>
            <pc:sldMk cId="71374995" sldId="267"/>
            <ac:picMk id="5" creationId="{A1CE5F60-A8AD-E47F-B1ED-5F1950277951}"/>
          </ac:picMkLst>
        </pc:picChg>
        <pc:picChg chg="add mod">
          <ac:chgData name="Luisa Dickenmann" userId="0c0840b0-1ae7-42c8-98b5-b02d8f71a603" providerId="ADAL" clId="{100BBC7B-7ACA-4A4D-BA33-DEF31D162335}" dt="2025-12-09T09:31:08.345" v="1400" actId="1076"/>
          <ac:picMkLst>
            <pc:docMk/>
            <pc:sldMk cId="71374995" sldId="267"/>
            <ac:picMk id="8" creationId="{A4EBBA57-7401-0BD7-B240-3C16D4D8B1E9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26.620" v="1389"/>
        <pc:sldMkLst>
          <pc:docMk/>
          <pc:sldMk cId="1284769585" sldId="268"/>
        </pc:sldMkLst>
        <pc:spChg chg="mod">
          <ac:chgData name="Luisa Dickenmann" userId="0c0840b0-1ae7-42c8-98b5-b02d8f71a603" providerId="ADAL" clId="{100BBC7B-7ACA-4A4D-BA33-DEF31D162335}" dt="2025-12-08T14:24:36.668" v="735" actId="1076"/>
          <ac:spMkLst>
            <pc:docMk/>
            <pc:sldMk cId="1284769585" sldId="268"/>
            <ac:spMk id="2" creationId="{26A2107B-1EA8-BA64-B10E-8A0B8E21FB4C}"/>
          </ac:spMkLst>
        </pc:spChg>
        <pc:spChg chg="del">
          <ac:chgData name="Luisa Dickenmann" userId="0c0840b0-1ae7-42c8-98b5-b02d8f71a603" providerId="ADAL" clId="{100BBC7B-7ACA-4A4D-BA33-DEF31D162335}" dt="2025-12-08T14:20:40.187" v="677" actId="931"/>
          <ac:spMkLst>
            <pc:docMk/>
            <pc:sldMk cId="1284769585" sldId="268"/>
            <ac:spMk id="3" creationId="{2D475B74-E9C3-E334-CE1D-1F2D91223DCD}"/>
          </ac:spMkLst>
        </pc:spChg>
        <pc:spChg chg="add del mod">
          <ac:chgData name="Luisa Dickenmann" userId="0c0840b0-1ae7-42c8-98b5-b02d8f71a603" providerId="ADAL" clId="{100BBC7B-7ACA-4A4D-BA33-DEF31D162335}" dt="2025-12-08T14:21:00.340" v="681" actId="931"/>
          <ac:spMkLst>
            <pc:docMk/>
            <pc:sldMk cId="1284769585" sldId="268"/>
            <ac:spMk id="7" creationId="{B5DE2E83-425E-06E0-4757-0E1D976A3F01}"/>
          </ac:spMkLst>
        </pc:spChg>
        <pc:spChg chg="add del mod">
          <ac:chgData name="Luisa Dickenmann" userId="0c0840b0-1ae7-42c8-98b5-b02d8f71a603" providerId="ADAL" clId="{100BBC7B-7ACA-4A4D-BA33-DEF31D162335}" dt="2025-12-08T14:21:39.809" v="685" actId="931"/>
          <ac:spMkLst>
            <pc:docMk/>
            <pc:sldMk cId="1284769585" sldId="268"/>
            <ac:spMk id="11" creationId="{B0ABEDB3-CC77-573F-8715-0AD9B422EB55}"/>
          </ac:spMkLst>
        </pc:spChg>
        <pc:spChg chg="add del mod">
          <ac:chgData name="Luisa Dickenmann" userId="0c0840b0-1ae7-42c8-98b5-b02d8f71a603" providerId="ADAL" clId="{100BBC7B-7ACA-4A4D-BA33-DEF31D162335}" dt="2025-12-08T14:25:04.840" v="742" actId="478"/>
          <ac:spMkLst>
            <pc:docMk/>
            <pc:sldMk cId="1284769585" sldId="268"/>
            <ac:spMk id="14" creationId="{335AFEB9-6171-80FA-9AA3-57C19E453BED}"/>
          </ac:spMkLst>
        </pc:spChg>
        <pc:spChg chg="add del mod">
          <ac:chgData name="Luisa Dickenmann" userId="0c0840b0-1ae7-42c8-98b5-b02d8f71a603" providerId="ADAL" clId="{100BBC7B-7ACA-4A4D-BA33-DEF31D162335}" dt="2025-12-08T14:46:18.764" v="744" actId="931"/>
          <ac:spMkLst>
            <pc:docMk/>
            <pc:sldMk cId="1284769585" sldId="268"/>
            <ac:spMk id="16" creationId="{8A56E870-4677-2A40-2F05-D20449CF7C8B}"/>
          </ac:spMkLst>
        </pc:spChg>
        <pc:picChg chg="add del mod">
          <ac:chgData name="Luisa Dickenmann" userId="0c0840b0-1ae7-42c8-98b5-b02d8f71a603" providerId="ADAL" clId="{100BBC7B-7ACA-4A4D-BA33-DEF31D162335}" dt="2025-12-08T14:20:56.823" v="680" actId="478"/>
          <ac:picMkLst>
            <pc:docMk/>
            <pc:sldMk cId="1284769585" sldId="268"/>
            <ac:picMk id="5" creationId="{65C0BBCC-2E2F-A9EF-5563-686DE2B356BE}"/>
          </ac:picMkLst>
        </pc:picChg>
        <pc:picChg chg="add del mod">
          <ac:chgData name="Luisa Dickenmann" userId="0c0840b0-1ae7-42c8-98b5-b02d8f71a603" providerId="ADAL" clId="{100BBC7B-7ACA-4A4D-BA33-DEF31D162335}" dt="2025-12-08T14:21:33.116" v="684" actId="478"/>
          <ac:picMkLst>
            <pc:docMk/>
            <pc:sldMk cId="1284769585" sldId="268"/>
            <ac:picMk id="9" creationId="{B83F64B8-3184-EC00-46E8-5D501A9CF1FC}"/>
          </ac:picMkLst>
        </pc:picChg>
        <pc:picChg chg="add del mod">
          <ac:chgData name="Luisa Dickenmann" userId="0c0840b0-1ae7-42c8-98b5-b02d8f71a603" providerId="ADAL" clId="{100BBC7B-7ACA-4A4D-BA33-DEF31D162335}" dt="2025-12-08T14:46:11.754" v="743" actId="478"/>
          <ac:picMkLst>
            <pc:docMk/>
            <pc:sldMk cId="1284769585" sldId="268"/>
            <ac:picMk id="13" creationId="{2371C52C-BD47-B2CB-3B8A-0C572B64175C}"/>
          </ac:picMkLst>
        </pc:picChg>
        <pc:picChg chg="add mod">
          <ac:chgData name="Luisa Dickenmann" userId="0c0840b0-1ae7-42c8-98b5-b02d8f71a603" providerId="ADAL" clId="{100BBC7B-7ACA-4A4D-BA33-DEF31D162335}" dt="2025-12-08T14:46:25.582" v="748" actId="14100"/>
          <ac:picMkLst>
            <pc:docMk/>
            <pc:sldMk cId="1284769585" sldId="268"/>
            <ac:picMk id="18" creationId="{46EE900A-3FC4-6135-E0EC-34BB7B49279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6:55.622" v="1385" actId="1076"/>
        <pc:sldMkLst>
          <pc:docMk/>
          <pc:sldMk cId="1264928361" sldId="269"/>
        </pc:sldMkLst>
        <pc:spChg chg="add del mod">
          <ac:chgData name="Luisa Dickenmann" userId="0c0840b0-1ae7-42c8-98b5-b02d8f71a603" providerId="ADAL" clId="{100BBC7B-7ACA-4A4D-BA33-DEF31D162335}" dt="2025-12-09T09:26:50.206" v="1382" actId="478"/>
          <ac:spMkLst>
            <pc:docMk/>
            <pc:sldMk cId="1264928361" sldId="269"/>
            <ac:spMk id="2" creationId="{7BAAE22C-5A2A-06D6-68CE-BE56F8AF3823}"/>
          </ac:spMkLst>
        </pc:spChg>
        <pc:spChg chg="del">
          <ac:chgData name="Luisa Dickenmann" userId="0c0840b0-1ae7-42c8-98b5-b02d8f71a603" providerId="ADAL" clId="{100BBC7B-7ACA-4A4D-BA33-DEF31D162335}" dt="2025-12-08T14:24:18.526" v="706"/>
          <ac:spMkLst>
            <pc:docMk/>
            <pc:sldMk cId="1264928361" sldId="269"/>
            <ac:spMk id="2" creationId="{DB86227E-8BC9-48C2-4954-7A70664D246C}"/>
          </ac:spMkLst>
        </pc:spChg>
        <pc:spChg chg="del">
          <ac:chgData name="Luisa Dickenmann" userId="0c0840b0-1ae7-42c8-98b5-b02d8f71a603" providerId="ADAL" clId="{100BBC7B-7ACA-4A4D-BA33-DEF31D162335}" dt="2025-12-08T15:17:36.340" v="789" actId="931"/>
          <ac:spMkLst>
            <pc:docMk/>
            <pc:sldMk cId="1264928361" sldId="269"/>
            <ac:spMk id="3" creationId="{6ECA84FA-A3F6-E9F8-BAC9-5B792C4C5144}"/>
          </ac:spMkLst>
        </pc:spChg>
        <pc:spChg chg="add mod">
          <ac:chgData name="Luisa Dickenmann" userId="0c0840b0-1ae7-42c8-98b5-b02d8f71a603" providerId="ADAL" clId="{100BBC7B-7ACA-4A4D-BA33-DEF31D162335}" dt="2025-12-08T15:17:39.682" v="792" actId="1076"/>
          <ac:spMkLst>
            <pc:docMk/>
            <pc:sldMk cId="1264928361" sldId="269"/>
            <ac:spMk id="4" creationId="{C2C95541-CA90-A88F-7649-31BAE83914A4}"/>
          </ac:spMkLst>
        </pc:spChg>
        <pc:spChg chg="add del mod">
          <ac:chgData name="Luisa Dickenmann" userId="0c0840b0-1ae7-42c8-98b5-b02d8f71a603" providerId="ADAL" clId="{100BBC7B-7ACA-4A4D-BA33-DEF31D162335}" dt="2025-12-09T09:26:43.843" v="1381" actId="931"/>
          <ac:spMkLst>
            <pc:docMk/>
            <pc:sldMk cId="1264928361" sldId="269"/>
            <ac:spMk id="5" creationId="{CB6DCB8E-0847-CF03-718F-64DEB08C8ED6}"/>
          </ac:spMkLst>
        </pc:spChg>
        <pc:spChg chg="add del mod">
          <ac:chgData name="Luisa Dickenmann" userId="0c0840b0-1ae7-42c8-98b5-b02d8f71a603" providerId="ADAL" clId="{100BBC7B-7ACA-4A4D-BA33-DEF31D162335}" dt="2025-12-08T16:19:18.287" v="916" actId="478"/>
          <ac:spMkLst>
            <pc:docMk/>
            <pc:sldMk cId="1264928361" sldId="269"/>
            <ac:spMk id="7" creationId="{8EA37AC0-F260-8473-81E2-44DEA36FA95C}"/>
          </ac:spMkLst>
        </pc:spChg>
        <pc:spChg chg="add del mod">
          <ac:chgData name="Luisa Dickenmann" userId="0c0840b0-1ae7-42c8-98b5-b02d8f71a603" providerId="ADAL" clId="{100BBC7B-7ACA-4A4D-BA33-DEF31D162335}" dt="2025-12-08T16:19:46.488" v="918" actId="931"/>
          <ac:spMkLst>
            <pc:docMk/>
            <pc:sldMk cId="1264928361" sldId="269"/>
            <ac:spMk id="9" creationId="{8EDBD2F8-B2DF-3505-26DA-E186E0ABECF5}"/>
          </ac:spMkLst>
        </pc:spChg>
        <pc:picChg chg="add del mod modCrop">
          <ac:chgData name="Luisa Dickenmann" userId="0c0840b0-1ae7-42c8-98b5-b02d8f71a603" providerId="ADAL" clId="{100BBC7B-7ACA-4A4D-BA33-DEF31D162335}" dt="2025-12-08T16:19:41.035" v="917" actId="478"/>
          <ac:picMkLst>
            <pc:docMk/>
            <pc:sldMk cId="1264928361" sldId="269"/>
            <ac:picMk id="6" creationId="{AD890090-EF65-13CD-3F06-580B5D3AF2EB}"/>
          </ac:picMkLst>
        </pc:picChg>
        <pc:picChg chg="add mod">
          <ac:chgData name="Luisa Dickenmann" userId="0c0840b0-1ae7-42c8-98b5-b02d8f71a603" providerId="ADAL" clId="{100BBC7B-7ACA-4A4D-BA33-DEF31D162335}" dt="2025-12-09T09:26:55.622" v="1385" actId="1076"/>
          <ac:picMkLst>
            <pc:docMk/>
            <pc:sldMk cId="1264928361" sldId="269"/>
            <ac:picMk id="7" creationId="{DCFA758F-D810-5393-BA80-278AA366BAC3}"/>
          </ac:picMkLst>
        </pc:picChg>
        <pc:picChg chg="add del mod modCrop">
          <ac:chgData name="Luisa Dickenmann" userId="0c0840b0-1ae7-42c8-98b5-b02d8f71a603" providerId="ADAL" clId="{100BBC7B-7ACA-4A4D-BA33-DEF31D162335}" dt="2025-12-09T09:26:34.154" v="1380" actId="478"/>
          <ac:picMkLst>
            <pc:docMk/>
            <pc:sldMk cId="1264928361" sldId="269"/>
            <ac:picMk id="11" creationId="{74C94231-08B9-4F45-86A0-76BD9BDF6CF9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6:21:56.700" v="933" actId="478"/>
        <pc:sldMkLst>
          <pc:docMk/>
          <pc:sldMk cId="2413059109" sldId="270"/>
        </pc:sldMkLst>
        <pc:spChg chg="del">
          <ac:chgData name="Luisa Dickenmann" userId="0c0840b0-1ae7-42c8-98b5-b02d8f71a603" providerId="ADAL" clId="{100BBC7B-7ACA-4A4D-BA33-DEF31D162335}" dt="2025-12-08T14:24:26.085" v="728"/>
          <ac:spMkLst>
            <pc:docMk/>
            <pc:sldMk cId="2413059109" sldId="270"/>
            <ac:spMk id="2" creationId="{60427FBF-51B3-79E2-8BBC-2D3361A7FFA4}"/>
          </ac:spMkLst>
        </pc:spChg>
        <pc:spChg chg="del">
          <ac:chgData name="Luisa Dickenmann" userId="0c0840b0-1ae7-42c8-98b5-b02d8f71a603" providerId="ADAL" clId="{100BBC7B-7ACA-4A4D-BA33-DEF31D162335}" dt="2025-12-08T15:42:35.550" v="851" actId="931"/>
          <ac:spMkLst>
            <pc:docMk/>
            <pc:sldMk cId="2413059109" sldId="270"/>
            <ac:spMk id="3" creationId="{1C15EAB5-15B8-86BD-3419-353AA073DC02}"/>
          </ac:spMkLst>
        </pc:spChg>
        <pc:spChg chg="add mod">
          <ac:chgData name="Luisa Dickenmann" userId="0c0840b0-1ae7-42c8-98b5-b02d8f71a603" providerId="ADAL" clId="{100BBC7B-7ACA-4A4D-BA33-DEF31D162335}" dt="2025-12-08T15:42:29.661" v="850" actId="1076"/>
          <ac:spMkLst>
            <pc:docMk/>
            <pc:sldMk cId="2413059109" sldId="270"/>
            <ac:spMk id="4" creationId="{F351BBFA-4D62-6F56-D9B2-084422C226AB}"/>
          </ac:spMkLst>
        </pc:spChg>
        <pc:spChg chg="add del mod">
          <ac:chgData name="Luisa Dickenmann" userId="0c0840b0-1ae7-42c8-98b5-b02d8f71a603" providerId="ADAL" clId="{100BBC7B-7ACA-4A4D-BA33-DEF31D162335}" dt="2025-12-08T15:43:10.605" v="855" actId="931"/>
          <ac:spMkLst>
            <pc:docMk/>
            <pc:sldMk cId="2413059109" sldId="270"/>
            <ac:spMk id="8" creationId="{4F4988D8-FD40-C370-7F4A-A91BFA267D2E}"/>
          </ac:spMkLst>
        </pc:spChg>
        <pc:spChg chg="add del mod">
          <ac:chgData name="Luisa Dickenmann" userId="0c0840b0-1ae7-42c8-98b5-b02d8f71a603" providerId="ADAL" clId="{100BBC7B-7ACA-4A4D-BA33-DEF31D162335}" dt="2025-12-08T16:21:56.700" v="933" actId="478"/>
          <ac:spMkLst>
            <pc:docMk/>
            <pc:sldMk cId="2413059109" sldId="270"/>
            <ac:spMk id="12" creationId="{43C20938-CF01-39D9-0586-03FE862C7D56}"/>
          </ac:spMkLst>
        </pc:spChg>
        <pc:spChg chg="add del mod">
          <ac:chgData name="Luisa Dickenmann" userId="0c0840b0-1ae7-42c8-98b5-b02d8f71a603" providerId="ADAL" clId="{100BBC7B-7ACA-4A4D-BA33-DEF31D162335}" dt="2025-12-08T16:21:55.900" v="930" actId="478"/>
          <ac:spMkLst>
            <pc:docMk/>
            <pc:sldMk cId="2413059109" sldId="270"/>
            <ac:spMk id="16" creationId="{D2208F67-A82A-E253-5518-B48A4D110B6C}"/>
          </ac:spMkLst>
        </pc:spChg>
        <pc:picChg chg="add del mod">
          <ac:chgData name="Luisa Dickenmann" userId="0c0840b0-1ae7-42c8-98b5-b02d8f71a603" providerId="ADAL" clId="{100BBC7B-7ACA-4A4D-BA33-DEF31D162335}" dt="2025-12-08T15:43:05.724" v="854" actId="478"/>
          <ac:picMkLst>
            <pc:docMk/>
            <pc:sldMk cId="2413059109" sldId="270"/>
            <ac:picMk id="6" creationId="{8A8DF9E4-C9E1-F6E5-FFA0-CFA7CDFD4E3A}"/>
          </ac:picMkLst>
        </pc:picChg>
        <pc:picChg chg="add del mod">
          <ac:chgData name="Luisa Dickenmann" userId="0c0840b0-1ae7-42c8-98b5-b02d8f71a603" providerId="ADAL" clId="{100BBC7B-7ACA-4A4D-BA33-DEF31D162335}" dt="2025-12-08T16:21:56.700" v="933" actId="478"/>
          <ac:picMkLst>
            <pc:docMk/>
            <pc:sldMk cId="2413059109" sldId="270"/>
            <ac:picMk id="10" creationId="{EA175353-6AD5-76CA-2329-CCA6E2F2F8DA}"/>
          </ac:picMkLst>
        </pc:picChg>
        <pc:picChg chg="add del mod">
          <ac:chgData name="Luisa Dickenmann" userId="0c0840b0-1ae7-42c8-98b5-b02d8f71a603" providerId="ADAL" clId="{100BBC7B-7ACA-4A4D-BA33-DEF31D162335}" dt="2025-12-08T16:21:56.253" v="932" actId="931"/>
          <ac:picMkLst>
            <pc:docMk/>
            <pc:sldMk cId="2413059109" sldId="270"/>
            <ac:picMk id="14" creationId="{5B1EEFB9-210D-DEC5-3CEE-A9D3A3C78B55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10.337" v="1387" actId="14100"/>
        <pc:sldMkLst>
          <pc:docMk/>
          <pc:sldMk cId="985959284" sldId="271"/>
        </pc:sldMkLst>
        <pc:spChg chg="mod">
          <ac:chgData name="Luisa Dickenmann" userId="0c0840b0-1ae7-42c8-98b5-b02d8f71a603" providerId="ADAL" clId="{100BBC7B-7ACA-4A4D-BA33-DEF31D162335}" dt="2025-12-08T15:11:51.465" v="783" actId="1076"/>
          <ac:spMkLst>
            <pc:docMk/>
            <pc:sldMk cId="985959284" sldId="271"/>
            <ac:spMk id="2" creationId="{168C75FB-2C6E-BD4A-0495-ABAEC6CE37D7}"/>
          </ac:spMkLst>
        </pc:spChg>
        <pc:spChg chg="del">
          <ac:chgData name="Luisa Dickenmann" userId="0c0840b0-1ae7-42c8-98b5-b02d8f71a603" providerId="ADAL" clId="{100BBC7B-7ACA-4A4D-BA33-DEF31D162335}" dt="2025-12-08T15:16:07.123" v="784" actId="931"/>
          <ac:spMkLst>
            <pc:docMk/>
            <pc:sldMk cId="985959284" sldId="271"/>
            <ac:spMk id="3" creationId="{E5D6C9AB-0E03-A8A4-1D6D-D9993A18A725}"/>
          </ac:spMkLst>
        </pc:spChg>
        <pc:picChg chg="add mod">
          <ac:chgData name="Luisa Dickenmann" userId="0c0840b0-1ae7-42c8-98b5-b02d8f71a603" providerId="ADAL" clId="{100BBC7B-7ACA-4A4D-BA33-DEF31D162335}" dt="2025-12-09T09:27:10.337" v="1387" actId="14100"/>
          <ac:picMkLst>
            <pc:docMk/>
            <pc:sldMk cId="985959284" sldId="271"/>
            <ac:picMk id="5" creationId="{6226C969-854B-D7FD-DFE0-FB7D108928AD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9T10:11:14.408" v="1488" actId="732"/>
        <pc:sldMkLst>
          <pc:docMk/>
          <pc:sldMk cId="4087577250" sldId="272"/>
        </pc:sldMkLst>
        <pc:spChg chg="mod">
          <ac:chgData name="Luisa Dickenmann" userId="0c0840b0-1ae7-42c8-98b5-b02d8f71a603" providerId="ADAL" clId="{100BBC7B-7ACA-4A4D-BA33-DEF31D162335}" dt="2025-12-08T16:17:02.582" v="897" actId="14100"/>
          <ac:spMkLst>
            <pc:docMk/>
            <pc:sldMk cId="4087577250" sldId="272"/>
            <ac:spMk id="2" creationId="{DBBAC9F3-8100-D77A-023E-C972C89795AC}"/>
          </ac:spMkLst>
        </pc:spChg>
        <pc:spChg chg="del">
          <ac:chgData name="Luisa Dickenmann" userId="0c0840b0-1ae7-42c8-98b5-b02d8f71a603" providerId="ADAL" clId="{100BBC7B-7ACA-4A4D-BA33-DEF31D162335}" dt="2025-12-08T15:43:14.965" v="857" actId="931"/>
          <ac:spMkLst>
            <pc:docMk/>
            <pc:sldMk cId="4087577250" sldId="272"/>
            <ac:spMk id="3" creationId="{C66BD223-4350-C820-7AF7-260F8A9F05F9}"/>
          </ac:spMkLst>
        </pc:spChg>
        <pc:spChg chg="add del mod">
          <ac:chgData name="Luisa Dickenmann" userId="0c0840b0-1ae7-42c8-98b5-b02d8f71a603" providerId="ADAL" clId="{100BBC7B-7ACA-4A4D-BA33-DEF31D162335}" dt="2025-12-09T10:09:34.390" v="1446" actId="478"/>
          <ac:spMkLst>
            <pc:docMk/>
            <pc:sldMk cId="4087577250" sldId="272"/>
            <ac:spMk id="3" creationId="{D67EB707-6845-6AB8-D642-0416D43E4863}"/>
          </ac:spMkLst>
        </pc:spChg>
        <pc:spChg chg="add mod">
          <ac:chgData name="Luisa Dickenmann" userId="0c0840b0-1ae7-42c8-98b5-b02d8f71a603" providerId="ADAL" clId="{100BBC7B-7ACA-4A4D-BA33-DEF31D162335}" dt="2025-12-09T10:11:04.800" v="1487" actId="20577"/>
          <ac:spMkLst>
            <pc:docMk/>
            <pc:sldMk cId="4087577250" sldId="272"/>
            <ac:spMk id="6" creationId="{C5012472-E3FE-9887-B742-0271FEB26237}"/>
          </ac:spMkLst>
        </pc:spChg>
        <pc:spChg chg="add del mod">
          <ac:chgData name="Luisa Dickenmann" userId="0c0840b0-1ae7-42c8-98b5-b02d8f71a603" providerId="ADAL" clId="{100BBC7B-7ACA-4A4D-BA33-DEF31D162335}" dt="2025-12-08T15:44:12.727" v="867" actId="931"/>
          <ac:spMkLst>
            <pc:docMk/>
            <pc:sldMk cId="4087577250" sldId="272"/>
            <ac:spMk id="7" creationId="{8D6C9324-A5FD-0775-4747-C7FE69E1A6DE}"/>
          </ac:spMkLst>
        </pc:spChg>
        <pc:spChg chg="add del mod">
          <ac:chgData name="Luisa Dickenmann" userId="0c0840b0-1ae7-42c8-98b5-b02d8f71a603" providerId="ADAL" clId="{100BBC7B-7ACA-4A4D-BA33-DEF31D162335}" dt="2025-12-08T16:22:19.877" v="935" actId="931"/>
          <ac:spMkLst>
            <pc:docMk/>
            <pc:sldMk cId="4087577250" sldId="272"/>
            <ac:spMk id="11" creationId="{7A437E10-3391-D653-5B40-6BB421282C41}"/>
          </ac:spMkLst>
        </pc:spChg>
        <pc:spChg chg="add del mod">
          <ac:chgData name="Luisa Dickenmann" userId="0c0840b0-1ae7-42c8-98b5-b02d8f71a603" providerId="ADAL" clId="{100BBC7B-7ACA-4A4D-BA33-DEF31D162335}" dt="2025-12-08T16:22:34.518" v="939" actId="931"/>
          <ac:spMkLst>
            <pc:docMk/>
            <pc:sldMk cId="4087577250" sldId="272"/>
            <ac:spMk id="15" creationId="{43259BE7-8490-A8DE-5FC6-F15DF7F56525}"/>
          </ac:spMkLst>
        </pc:spChg>
        <pc:spChg chg="add del mod">
          <ac:chgData name="Luisa Dickenmann" userId="0c0840b0-1ae7-42c8-98b5-b02d8f71a603" providerId="ADAL" clId="{100BBC7B-7ACA-4A4D-BA33-DEF31D162335}" dt="2025-12-08T16:23:23.837" v="960" actId="931"/>
          <ac:spMkLst>
            <pc:docMk/>
            <pc:sldMk cId="4087577250" sldId="272"/>
            <ac:spMk id="19" creationId="{25049C4E-6BB9-D364-E1F8-1A699A99212D}"/>
          </ac:spMkLst>
        </pc:spChg>
        <pc:spChg chg="add del mod">
          <ac:chgData name="Luisa Dickenmann" userId="0c0840b0-1ae7-42c8-98b5-b02d8f71a603" providerId="ADAL" clId="{100BBC7B-7ACA-4A4D-BA33-DEF31D162335}" dt="2025-12-08T16:25:07.418" v="966" actId="931"/>
          <ac:spMkLst>
            <pc:docMk/>
            <pc:sldMk cId="4087577250" sldId="272"/>
            <ac:spMk id="23" creationId="{A3610182-7A85-EC30-A317-8148FDB54FF2}"/>
          </ac:spMkLst>
        </pc:spChg>
        <pc:spChg chg="add del mod">
          <ac:chgData name="Luisa Dickenmann" userId="0c0840b0-1ae7-42c8-98b5-b02d8f71a603" providerId="ADAL" clId="{100BBC7B-7ACA-4A4D-BA33-DEF31D162335}" dt="2025-12-09T10:09:31.516" v="1445" actId="931"/>
          <ac:spMkLst>
            <pc:docMk/>
            <pc:sldMk cId="4087577250" sldId="272"/>
            <ac:spMk id="27" creationId="{40565BB2-56E7-E156-7476-3AE39487A87B}"/>
          </ac:spMkLst>
        </pc:spChg>
        <pc:picChg chg="add del mod modCrop">
          <ac:chgData name="Luisa Dickenmann" userId="0c0840b0-1ae7-42c8-98b5-b02d8f71a603" providerId="ADAL" clId="{100BBC7B-7ACA-4A4D-BA33-DEF31D162335}" dt="2025-12-08T15:44:08.979" v="866" actId="478"/>
          <ac:picMkLst>
            <pc:docMk/>
            <pc:sldMk cId="4087577250" sldId="272"/>
            <ac:picMk id="5" creationId="{126834C1-AB21-229E-A7E1-0CCF3D851590}"/>
          </ac:picMkLst>
        </pc:picChg>
        <pc:picChg chg="add mod modCrop">
          <ac:chgData name="Luisa Dickenmann" userId="0c0840b0-1ae7-42c8-98b5-b02d8f71a603" providerId="ADAL" clId="{100BBC7B-7ACA-4A4D-BA33-DEF31D162335}" dt="2025-12-09T10:11:14.408" v="1488" actId="732"/>
          <ac:picMkLst>
            <pc:docMk/>
            <pc:sldMk cId="4087577250" sldId="272"/>
            <ac:picMk id="5" creationId="{88AB1702-AC8E-BCAE-24FC-C14A03615DD3}"/>
          </ac:picMkLst>
        </pc:picChg>
        <pc:picChg chg="add del mod modCrop">
          <ac:chgData name="Luisa Dickenmann" userId="0c0840b0-1ae7-42c8-98b5-b02d8f71a603" providerId="ADAL" clId="{100BBC7B-7ACA-4A4D-BA33-DEF31D162335}" dt="2025-12-08T16:22:14.811" v="934" actId="478"/>
          <ac:picMkLst>
            <pc:docMk/>
            <pc:sldMk cId="4087577250" sldId="272"/>
            <ac:picMk id="9" creationId="{11EA4D3C-9827-BB96-BA2A-29A5ABBE1BA1}"/>
          </ac:picMkLst>
        </pc:picChg>
        <pc:picChg chg="add del mod">
          <ac:chgData name="Luisa Dickenmann" userId="0c0840b0-1ae7-42c8-98b5-b02d8f71a603" providerId="ADAL" clId="{100BBC7B-7ACA-4A4D-BA33-DEF31D162335}" dt="2025-12-08T16:22:31.186" v="938" actId="478"/>
          <ac:picMkLst>
            <pc:docMk/>
            <pc:sldMk cId="4087577250" sldId="272"/>
            <ac:picMk id="13" creationId="{FEF5CA2A-DE23-389C-BCF3-1D5B88A92D5E}"/>
          </ac:picMkLst>
        </pc:picChg>
        <pc:picChg chg="add del mod">
          <ac:chgData name="Luisa Dickenmann" userId="0c0840b0-1ae7-42c8-98b5-b02d8f71a603" providerId="ADAL" clId="{100BBC7B-7ACA-4A4D-BA33-DEF31D162335}" dt="2025-12-08T16:23:15.939" v="959" actId="478"/>
          <ac:picMkLst>
            <pc:docMk/>
            <pc:sldMk cId="4087577250" sldId="272"/>
            <ac:picMk id="17" creationId="{81FA670A-AD4A-F576-B565-B031FAF50827}"/>
          </ac:picMkLst>
        </pc:picChg>
        <pc:picChg chg="add del mod">
          <ac:chgData name="Luisa Dickenmann" userId="0c0840b0-1ae7-42c8-98b5-b02d8f71a603" providerId="ADAL" clId="{100BBC7B-7ACA-4A4D-BA33-DEF31D162335}" dt="2025-12-08T16:23:32.354" v="965" actId="478"/>
          <ac:picMkLst>
            <pc:docMk/>
            <pc:sldMk cId="4087577250" sldId="272"/>
            <ac:picMk id="21" creationId="{13C2C514-9829-EF5B-403C-5EDCA9F40468}"/>
          </ac:picMkLst>
        </pc:picChg>
        <pc:picChg chg="add del mod">
          <ac:chgData name="Luisa Dickenmann" userId="0c0840b0-1ae7-42c8-98b5-b02d8f71a603" providerId="ADAL" clId="{100BBC7B-7ACA-4A4D-BA33-DEF31D162335}" dt="2025-12-08T16:25:10.580" v="970" actId="478"/>
          <ac:picMkLst>
            <pc:docMk/>
            <pc:sldMk cId="4087577250" sldId="272"/>
            <ac:picMk id="25" creationId="{272F4CF6-7028-BF0C-D9D8-718B7700F2D6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9T10:33:00.601" v="1509" actId="931"/>
        <pc:sldMkLst>
          <pc:docMk/>
          <pc:sldMk cId="1622543642" sldId="273"/>
        </pc:sldMkLst>
        <pc:spChg chg="mod">
          <ac:chgData name="Luisa Dickenmann" userId="0c0840b0-1ae7-42c8-98b5-b02d8f71a603" providerId="ADAL" clId="{100BBC7B-7ACA-4A4D-BA33-DEF31D162335}" dt="2025-12-09T09:13:58.954" v="1377" actId="20577"/>
          <ac:spMkLst>
            <pc:docMk/>
            <pc:sldMk cId="1622543642" sldId="273"/>
            <ac:spMk id="2" creationId="{149EE15F-4B94-ED05-018D-4CF3EB11561C}"/>
          </ac:spMkLst>
        </pc:spChg>
        <pc:spChg chg="add del">
          <ac:chgData name="Luisa Dickenmann" userId="0c0840b0-1ae7-42c8-98b5-b02d8f71a603" providerId="ADAL" clId="{100BBC7B-7ACA-4A4D-BA33-DEF31D162335}" dt="2025-12-09T10:33:00.601" v="1509" actId="931"/>
          <ac:spMkLst>
            <pc:docMk/>
            <pc:sldMk cId="1622543642" sldId="273"/>
            <ac:spMk id="3" creationId="{5EFF545B-FB32-FB99-3DEF-751F64DCBFFE}"/>
          </ac:spMkLst>
        </pc:spChg>
        <pc:picChg chg="add mod">
          <ac:chgData name="Luisa Dickenmann" userId="0c0840b0-1ae7-42c8-98b5-b02d8f71a603" providerId="ADAL" clId="{100BBC7B-7ACA-4A4D-BA33-DEF31D162335}" dt="2025-12-09T10:33:00.601" v="1509" actId="931"/>
          <ac:picMkLst>
            <pc:docMk/>
            <pc:sldMk cId="1622543642" sldId="273"/>
            <ac:picMk id="5" creationId="{04379E65-BD29-A6C0-D20D-65F36BCBC949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9T10:39:59.558" v="1677" actId="2062"/>
        <pc:sldMkLst>
          <pc:docMk/>
          <pc:sldMk cId="4222636709" sldId="274"/>
        </pc:sldMkLst>
        <pc:spChg chg="mod">
          <ac:chgData name="Luisa Dickenmann" userId="0c0840b0-1ae7-42c8-98b5-b02d8f71a603" providerId="ADAL" clId="{100BBC7B-7ACA-4A4D-BA33-DEF31D162335}" dt="2025-12-09T09:52:21.205" v="1444" actId="1076"/>
          <ac:spMkLst>
            <pc:docMk/>
            <pc:sldMk cId="4222636709" sldId="274"/>
            <ac:spMk id="2" creationId="{9DF1BC62-6E05-2214-83CA-8D9E2160A19B}"/>
          </ac:spMkLst>
        </pc:spChg>
        <pc:spChg chg="del">
          <ac:chgData name="Luisa Dickenmann" userId="0c0840b0-1ae7-42c8-98b5-b02d8f71a603" providerId="ADAL" clId="{100BBC7B-7ACA-4A4D-BA33-DEF31D162335}" dt="2025-12-09T10:33:25.096" v="1510" actId="931"/>
          <ac:spMkLst>
            <pc:docMk/>
            <pc:sldMk cId="4222636709" sldId="274"/>
            <ac:spMk id="3" creationId="{75C94D3E-1E89-AA8F-84F8-EA97048F8495}"/>
          </ac:spMkLst>
        </pc:spChg>
        <pc:spChg chg="add del mod">
          <ac:chgData name="Luisa Dickenmann" userId="0c0840b0-1ae7-42c8-98b5-b02d8f71a603" providerId="ADAL" clId="{100BBC7B-7ACA-4A4D-BA33-DEF31D162335}" dt="2025-12-09T10:35:32.813" v="1528" actId="3680"/>
          <ac:spMkLst>
            <pc:docMk/>
            <pc:sldMk cId="4222636709" sldId="274"/>
            <ac:spMk id="7" creationId="{3BBFBC9B-15EE-D1A6-F4D3-F551E19655C2}"/>
          </ac:spMkLst>
        </pc:spChg>
        <pc:graphicFrameChg chg="add del mod ord modGraphic">
          <ac:chgData name="Luisa Dickenmann" userId="0c0840b0-1ae7-42c8-98b5-b02d8f71a603" providerId="ADAL" clId="{100BBC7B-7ACA-4A4D-BA33-DEF31D162335}" dt="2025-12-09T10:35:19.734" v="1527" actId="3680"/>
          <ac:graphicFrameMkLst>
            <pc:docMk/>
            <pc:sldMk cId="4222636709" sldId="274"/>
            <ac:graphicFrameMk id="8" creationId="{5A8BDCCA-95A4-2A68-34B4-BCD887151C72}"/>
          </ac:graphicFrameMkLst>
        </pc:graphicFrameChg>
        <pc:graphicFrameChg chg="add mod ord modGraphic">
          <ac:chgData name="Luisa Dickenmann" userId="0c0840b0-1ae7-42c8-98b5-b02d8f71a603" providerId="ADAL" clId="{100BBC7B-7ACA-4A4D-BA33-DEF31D162335}" dt="2025-12-09T10:39:59.558" v="1677" actId="2062"/>
          <ac:graphicFrameMkLst>
            <pc:docMk/>
            <pc:sldMk cId="4222636709" sldId="274"/>
            <ac:graphicFrameMk id="9" creationId="{0AADB95F-2104-542D-E0E1-ABEDEF08E276}"/>
          </ac:graphicFrameMkLst>
        </pc:graphicFrameChg>
        <pc:picChg chg="add del mod">
          <ac:chgData name="Luisa Dickenmann" userId="0c0840b0-1ae7-42c8-98b5-b02d8f71a603" providerId="ADAL" clId="{100BBC7B-7ACA-4A4D-BA33-DEF31D162335}" dt="2025-12-09T10:35:02.971" v="1525" actId="478"/>
          <ac:picMkLst>
            <pc:docMk/>
            <pc:sldMk cId="4222636709" sldId="274"/>
            <ac:picMk id="5" creationId="{7C850420-242B-ED0F-E2C6-7D4355198D45}"/>
          </ac:picMkLst>
        </pc:picChg>
        <pc:picChg chg="add del mod">
          <ac:chgData name="Luisa Dickenmann" userId="0c0840b0-1ae7-42c8-98b5-b02d8f71a603" providerId="ADAL" clId="{100BBC7B-7ACA-4A4D-BA33-DEF31D162335}" dt="2025-12-09T10:39:21.790" v="1668" actId="478"/>
          <ac:picMkLst>
            <pc:docMk/>
            <pc:sldMk cId="4222636709" sldId="274"/>
            <ac:picMk id="11" creationId="{D44CAE93-27F2-B4E0-1B1B-D070419A12A0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9T11:50:47.749" v="2144" actId="692"/>
        <pc:sldMkLst>
          <pc:docMk/>
          <pc:sldMk cId="3321713989" sldId="275"/>
        </pc:sldMkLst>
        <pc:spChg chg="mod">
          <ac:chgData name="Luisa Dickenmann" userId="0c0840b0-1ae7-42c8-98b5-b02d8f71a603" providerId="ADAL" clId="{100BBC7B-7ACA-4A4D-BA33-DEF31D162335}" dt="2025-12-09T11:39:57.614" v="2097" actId="1038"/>
          <ac:spMkLst>
            <pc:docMk/>
            <pc:sldMk cId="3321713989" sldId="275"/>
            <ac:spMk id="2" creationId="{2309895B-F36B-0FE8-66E4-57C233A9ABD4}"/>
          </ac:spMkLst>
        </pc:spChg>
        <pc:spChg chg="del">
          <ac:chgData name="Luisa Dickenmann" userId="0c0840b0-1ae7-42c8-98b5-b02d8f71a603" providerId="ADAL" clId="{100BBC7B-7ACA-4A4D-BA33-DEF31D162335}" dt="2025-12-09T11:39:41.307" v="2089" actId="931"/>
          <ac:spMkLst>
            <pc:docMk/>
            <pc:sldMk cId="3321713989" sldId="275"/>
            <ac:spMk id="3" creationId="{9A9879EC-E4A6-EC50-40E1-0047943D9D4F}"/>
          </ac:spMkLst>
        </pc:spChg>
        <pc:spChg chg="add del mod">
          <ac:chgData name="Luisa Dickenmann" userId="0c0840b0-1ae7-42c8-98b5-b02d8f71a603" providerId="ADAL" clId="{100BBC7B-7ACA-4A4D-BA33-DEF31D162335}" dt="2025-12-09T11:49:46.078" v="2132" actId="931"/>
          <ac:spMkLst>
            <pc:docMk/>
            <pc:sldMk cId="3321713989" sldId="275"/>
            <ac:spMk id="7" creationId="{2E6B6547-6D33-264E-E2D3-3C79BCD32B83}"/>
          </ac:spMkLst>
        </pc:spChg>
        <pc:picChg chg="add del mod modCrop">
          <ac:chgData name="Luisa Dickenmann" userId="0c0840b0-1ae7-42c8-98b5-b02d8f71a603" providerId="ADAL" clId="{100BBC7B-7ACA-4A4D-BA33-DEF31D162335}" dt="2025-12-09T11:49:41.554" v="2131" actId="478"/>
          <ac:picMkLst>
            <pc:docMk/>
            <pc:sldMk cId="3321713989" sldId="275"/>
            <ac:picMk id="5" creationId="{189B652A-BC90-63CF-3867-82F225D24EF2}"/>
          </ac:picMkLst>
        </pc:picChg>
        <pc:picChg chg="add mod">
          <ac:chgData name="Luisa Dickenmann" userId="0c0840b0-1ae7-42c8-98b5-b02d8f71a603" providerId="ADAL" clId="{100BBC7B-7ACA-4A4D-BA33-DEF31D162335}" dt="2025-12-09T11:50:08.968" v="2140" actId="14100"/>
          <ac:picMkLst>
            <pc:docMk/>
            <pc:sldMk cId="3321713989" sldId="275"/>
            <ac:picMk id="9" creationId="{E9D7C26D-A23C-D424-F674-5FE3142C3DDD}"/>
          </ac:picMkLst>
        </pc:picChg>
        <pc:cxnChg chg="add mod">
          <ac:chgData name="Luisa Dickenmann" userId="0c0840b0-1ae7-42c8-98b5-b02d8f71a603" providerId="ADAL" clId="{100BBC7B-7ACA-4A4D-BA33-DEF31D162335}" dt="2025-12-09T11:50:47.749" v="2144" actId="692"/>
          <ac:cxnSpMkLst>
            <pc:docMk/>
            <pc:sldMk cId="3321713989" sldId="275"/>
            <ac:cxnSpMk id="11" creationId="{B145E7EB-00AB-0A3C-462D-869596290F9D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01:57.195" v="2194" actId="1076"/>
        <pc:sldMkLst>
          <pc:docMk/>
          <pc:sldMk cId="4221340399" sldId="276"/>
        </pc:sldMkLst>
        <pc:spChg chg="mod">
          <ac:chgData name="Luisa Dickenmann" userId="0c0840b0-1ae7-42c8-98b5-b02d8f71a603" providerId="ADAL" clId="{100BBC7B-7ACA-4A4D-BA33-DEF31D162335}" dt="2025-12-09T11:51:35.474" v="2178" actId="1076"/>
          <ac:spMkLst>
            <pc:docMk/>
            <pc:sldMk cId="4221340399" sldId="276"/>
            <ac:spMk id="2" creationId="{331E21EA-EC58-E43B-46B6-72D5584F9856}"/>
          </ac:spMkLst>
        </pc:spChg>
        <pc:spChg chg="del">
          <ac:chgData name="Luisa Dickenmann" userId="0c0840b0-1ae7-42c8-98b5-b02d8f71a603" providerId="ADAL" clId="{100BBC7B-7ACA-4A4D-BA33-DEF31D162335}" dt="2025-12-09T12:00:37.105" v="2179" actId="931"/>
          <ac:spMkLst>
            <pc:docMk/>
            <pc:sldMk cId="4221340399" sldId="276"/>
            <ac:spMk id="3" creationId="{77875995-147A-24E3-3E00-23C5401B0DA4}"/>
          </ac:spMkLst>
        </pc:spChg>
        <pc:spChg chg="add del mod">
          <ac:chgData name="Luisa Dickenmann" userId="0c0840b0-1ae7-42c8-98b5-b02d8f71a603" providerId="ADAL" clId="{100BBC7B-7ACA-4A4D-BA33-DEF31D162335}" dt="2025-12-09T12:01:09.584" v="2181" actId="931"/>
          <ac:spMkLst>
            <pc:docMk/>
            <pc:sldMk cId="4221340399" sldId="276"/>
            <ac:spMk id="7" creationId="{945CB08A-8A31-A401-A73C-50AC2D0F7B83}"/>
          </ac:spMkLst>
        </pc:spChg>
        <pc:spChg chg="add mod">
          <ac:chgData name="Luisa Dickenmann" userId="0c0840b0-1ae7-42c8-98b5-b02d8f71a603" providerId="ADAL" clId="{100BBC7B-7ACA-4A4D-BA33-DEF31D162335}" dt="2025-12-09T12:01:57.195" v="2194" actId="1076"/>
          <ac:spMkLst>
            <pc:docMk/>
            <pc:sldMk cId="4221340399" sldId="276"/>
            <ac:spMk id="11" creationId="{3E6EA98B-C626-6AC0-4F03-A613577D5935}"/>
          </ac:spMkLst>
        </pc:spChg>
        <pc:spChg chg="add mod">
          <ac:chgData name="Luisa Dickenmann" userId="0c0840b0-1ae7-42c8-98b5-b02d8f71a603" providerId="ADAL" clId="{100BBC7B-7ACA-4A4D-BA33-DEF31D162335}" dt="2025-12-09T12:01:54.163" v="2193" actId="1076"/>
          <ac:spMkLst>
            <pc:docMk/>
            <pc:sldMk cId="4221340399" sldId="276"/>
            <ac:spMk id="14" creationId="{392A4E8F-20B8-D1CF-298E-3001E437C6C5}"/>
          </ac:spMkLst>
        </pc:spChg>
        <pc:picChg chg="add del mod">
          <ac:chgData name="Luisa Dickenmann" userId="0c0840b0-1ae7-42c8-98b5-b02d8f71a603" providerId="ADAL" clId="{100BBC7B-7ACA-4A4D-BA33-DEF31D162335}" dt="2025-12-09T12:01:02.825" v="2180" actId="478"/>
          <ac:picMkLst>
            <pc:docMk/>
            <pc:sldMk cId="4221340399" sldId="276"/>
            <ac:picMk id="5" creationId="{6C08B72B-A0E8-2895-91E1-55418D73F0B2}"/>
          </ac:picMkLst>
        </pc:picChg>
        <pc:picChg chg="add mod">
          <ac:chgData name="Luisa Dickenmann" userId="0c0840b0-1ae7-42c8-98b5-b02d8f71a603" providerId="ADAL" clId="{100BBC7B-7ACA-4A4D-BA33-DEF31D162335}" dt="2025-12-09T12:01:15.243" v="2184" actId="1076"/>
          <ac:picMkLst>
            <pc:docMk/>
            <pc:sldMk cId="4221340399" sldId="276"/>
            <ac:picMk id="9" creationId="{FA0D3437-97B6-1053-8FD3-9E66A7F8235A}"/>
          </ac:picMkLst>
        </pc:picChg>
        <pc:cxnChg chg="add mod">
          <ac:chgData name="Luisa Dickenmann" userId="0c0840b0-1ae7-42c8-98b5-b02d8f71a603" providerId="ADAL" clId="{100BBC7B-7ACA-4A4D-BA33-DEF31D162335}" dt="2025-12-09T12:01:57.195" v="2194" actId="1076"/>
          <ac:cxnSpMkLst>
            <pc:docMk/>
            <pc:sldMk cId="4221340399" sldId="276"/>
            <ac:cxnSpMk id="10" creationId="{21E77FB2-79EE-9075-C06A-8515F77F5B87}"/>
          </ac:cxnSpMkLst>
        </pc:cxnChg>
        <pc:cxnChg chg="add mod">
          <ac:chgData name="Luisa Dickenmann" userId="0c0840b0-1ae7-42c8-98b5-b02d8f71a603" providerId="ADAL" clId="{100BBC7B-7ACA-4A4D-BA33-DEF31D162335}" dt="2025-12-09T12:01:54.163" v="2193" actId="1076"/>
          <ac:cxnSpMkLst>
            <pc:docMk/>
            <pc:sldMk cId="4221340399" sldId="276"/>
            <ac:cxnSpMk id="13" creationId="{87C6D792-97FC-FD07-3960-989C62EBBECF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12:55.315" v="2264" actId="1076"/>
        <pc:sldMkLst>
          <pc:docMk/>
          <pc:sldMk cId="2763315938" sldId="277"/>
        </pc:sldMkLst>
        <pc:spChg chg="mod">
          <ac:chgData name="Luisa Dickenmann" userId="0c0840b0-1ae7-42c8-98b5-b02d8f71a603" providerId="ADAL" clId="{100BBC7B-7ACA-4A4D-BA33-DEF31D162335}" dt="2025-12-09T12:09:16.964" v="2237" actId="1076"/>
          <ac:spMkLst>
            <pc:docMk/>
            <pc:sldMk cId="2763315938" sldId="277"/>
            <ac:spMk id="2" creationId="{971A7E35-F3A7-7E5B-ED8A-FA3BA661E53E}"/>
          </ac:spMkLst>
        </pc:spChg>
        <pc:spChg chg="del">
          <ac:chgData name="Luisa Dickenmann" userId="0c0840b0-1ae7-42c8-98b5-b02d8f71a603" providerId="ADAL" clId="{100BBC7B-7ACA-4A4D-BA33-DEF31D162335}" dt="2025-12-09T12:12:45.296" v="2259" actId="931"/>
          <ac:spMkLst>
            <pc:docMk/>
            <pc:sldMk cId="2763315938" sldId="277"/>
            <ac:spMk id="3" creationId="{31F5546C-DB55-5030-2A09-F0AEDFD90F31}"/>
          </ac:spMkLst>
        </pc:spChg>
        <pc:picChg chg="add mod">
          <ac:chgData name="Luisa Dickenmann" userId="0c0840b0-1ae7-42c8-98b5-b02d8f71a603" providerId="ADAL" clId="{100BBC7B-7ACA-4A4D-BA33-DEF31D162335}" dt="2025-12-09T12:12:55.315" v="2264" actId="1076"/>
          <ac:picMkLst>
            <pc:docMk/>
            <pc:sldMk cId="2763315938" sldId="277"/>
            <ac:picMk id="5" creationId="{2D2CC6DF-5B3C-EB76-C731-64BD8A77302C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9T12:14:44.316" v="2300" actId="14100"/>
        <pc:sldMkLst>
          <pc:docMk/>
          <pc:sldMk cId="1459603130" sldId="278"/>
        </pc:sldMkLst>
        <pc:spChg chg="mod">
          <ac:chgData name="Luisa Dickenmann" userId="0c0840b0-1ae7-42c8-98b5-b02d8f71a603" providerId="ADAL" clId="{100BBC7B-7ACA-4A4D-BA33-DEF31D162335}" dt="2025-12-09T12:14:35.059" v="2297" actId="1076"/>
          <ac:spMkLst>
            <pc:docMk/>
            <pc:sldMk cId="1459603130" sldId="278"/>
            <ac:spMk id="2" creationId="{54C10286-6041-399A-065F-9CA72ED989EA}"/>
          </ac:spMkLst>
        </pc:spChg>
        <pc:spChg chg="del">
          <ac:chgData name="Luisa Dickenmann" userId="0c0840b0-1ae7-42c8-98b5-b02d8f71a603" providerId="ADAL" clId="{100BBC7B-7ACA-4A4D-BA33-DEF31D162335}" dt="2025-12-09T12:13:46.831" v="2287" actId="931"/>
          <ac:spMkLst>
            <pc:docMk/>
            <pc:sldMk cId="1459603130" sldId="278"/>
            <ac:spMk id="3" creationId="{B19B68EA-E50C-F7AF-8DFC-0BD3DABD8AFA}"/>
          </ac:spMkLst>
        </pc:spChg>
        <pc:spChg chg="add del mod">
          <ac:chgData name="Luisa Dickenmann" userId="0c0840b0-1ae7-42c8-98b5-b02d8f71a603" providerId="ADAL" clId="{100BBC7B-7ACA-4A4D-BA33-DEF31D162335}" dt="2025-12-09T12:14:00.411" v="2291" actId="931"/>
          <ac:spMkLst>
            <pc:docMk/>
            <pc:sldMk cId="1459603130" sldId="278"/>
            <ac:spMk id="7" creationId="{64C8C323-C279-346E-BFDD-96E6FF180654}"/>
          </ac:spMkLst>
        </pc:spChg>
        <pc:picChg chg="add del mod">
          <ac:chgData name="Luisa Dickenmann" userId="0c0840b0-1ae7-42c8-98b5-b02d8f71a603" providerId="ADAL" clId="{100BBC7B-7ACA-4A4D-BA33-DEF31D162335}" dt="2025-12-09T12:13:49.809" v="2290" actId="478"/>
          <ac:picMkLst>
            <pc:docMk/>
            <pc:sldMk cId="1459603130" sldId="278"/>
            <ac:picMk id="5" creationId="{5CF9DF7C-8ABE-C3DC-BD42-29EAC4357DB1}"/>
          </ac:picMkLst>
        </pc:picChg>
        <pc:picChg chg="add mod">
          <ac:chgData name="Luisa Dickenmann" userId="0c0840b0-1ae7-42c8-98b5-b02d8f71a603" providerId="ADAL" clId="{100BBC7B-7ACA-4A4D-BA33-DEF31D162335}" dt="2025-12-09T12:14:44.316" v="2300" actId="14100"/>
          <ac:picMkLst>
            <pc:docMk/>
            <pc:sldMk cId="1459603130" sldId="278"/>
            <ac:picMk id="9" creationId="{463E4468-FDCA-104C-62BA-3B778918FA92}"/>
          </ac:picMkLst>
        </pc:picChg>
      </pc:sldChg>
      <pc:sldChg chg="modSp new mod">
        <pc:chgData name="Luisa Dickenmann" userId="0c0840b0-1ae7-42c8-98b5-b02d8f71a603" providerId="ADAL" clId="{100BBC7B-7ACA-4A4D-BA33-DEF31D162335}" dt="2025-12-09T13:16:24.212" v="2617" actId="20577"/>
        <pc:sldMkLst>
          <pc:docMk/>
          <pc:sldMk cId="200535796" sldId="279"/>
        </pc:sldMkLst>
        <pc:spChg chg="mod">
          <ac:chgData name="Luisa Dickenmann" userId="0c0840b0-1ae7-42c8-98b5-b02d8f71a603" providerId="ADAL" clId="{100BBC7B-7ACA-4A4D-BA33-DEF31D162335}" dt="2025-12-09T13:16:12.393" v="2571" actId="20577"/>
          <ac:spMkLst>
            <pc:docMk/>
            <pc:sldMk cId="200535796" sldId="279"/>
            <ac:spMk id="2" creationId="{F4E77790-0A48-B0C3-E2DE-563D31F33DAB}"/>
          </ac:spMkLst>
        </pc:spChg>
        <pc:spChg chg="mod">
          <ac:chgData name="Luisa Dickenmann" userId="0c0840b0-1ae7-42c8-98b5-b02d8f71a603" providerId="ADAL" clId="{100BBC7B-7ACA-4A4D-BA33-DEF31D162335}" dt="2025-12-09T13:16:24.212" v="2617" actId="20577"/>
          <ac:spMkLst>
            <pc:docMk/>
            <pc:sldMk cId="200535796" sldId="279"/>
            <ac:spMk id="3" creationId="{B4892CD5-BA4F-A107-6E44-94C41B70BB93}"/>
          </ac:spMkLst>
        </pc:spChg>
      </pc:sldChg>
      <pc:sldChg chg="addSp modSp new mod">
        <pc:chgData name="Luisa Dickenmann" userId="0c0840b0-1ae7-42c8-98b5-b02d8f71a603" providerId="ADAL" clId="{100BBC7B-7ACA-4A4D-BA33-DEF31D162335}" dt="2025-12-09T13:19:06.017" v="2779" actId="1076"/>
        <pc:sldMkLst>
          <pc:docMk/>
          <pc:sldMk cId="2235722807" sldId="280"/>
        </pc:sldMkLst>
        <pc:spChg chg="mod">
          <ac:chgData name="Luisa Dickenmann" userId="0c0840b0-1ae7-42c8-98b5-b02d8f71a603" providerId="ADAL" clId="{100BBC7B-7ACA-4A4D-BA33-DEF31D162335}" dt="2025-12-09T13:17:19.282" v="2650" actId="20577"/>
          <ac:spMkLst>
            <pc:docMk/>
            <pc:sldMk cId="2235722807" sldId="280"/>
            <ac:spMk id="2" creationId="{7B8526B4-C28B-9F40-11FC-0C82F8F92148}"/>
          </ac:spMkLst>
        </pc:spChg>
        <pc:spChg chg="mod">
          <ac:chgData name="Luisa Dickenmann" userId="0c0840b0-1ae7-42c8-98b5-b02d8f71a603" providerId="ADAL" clId="{100BBC7B-7ACA-4A4D-BA33-DEF31D162335}" dt="2025-12-09T13:19:03.411" v="2777" actId="20577"/>
          <ac:spMkLst>
            <pc:docMk/>
            <pc:sldMk cId="2235722807" sldId="280"/>
            <ac:spMk id="3" creationId="{F604B187-7D1D-6C91-8666-FC9DB4E0FC90}"/>
          </ac:spMkLst>
        </pc:spChg>
        <pc:picChg chg="add mod">
          <ac:chgData name="Luisa Dickenmann" userId="0c0840b0-1ae7-42c8-98b5-b02d8f71a603" providerId="ADAL" clId="{100BBC7B-7ACA-4A4D-BA33-DEF31D162335}" dt="2025-12-09T13:19:06.017" v="2779" actId="1076"/>
          <ac:picMkLst>
            <pc:docMk/>
            <pc:sldMk cId="2235722807" sldId="280"/>
            <ac:picMk id="5" creationId="{A3C27B33-D24F-727E-2389-C5F17212B78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5757B0-FBC9-4508-996A-3E224EB738F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BEF3A4-E543-4418-A8C6-AC4DBC501A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412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North coast n=50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4902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6111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396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3912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591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608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55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299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8388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768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5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03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34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3DD0-AE3F-D3E2-F3E2-C238F204CB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Rapid Adaptation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83D34-8A1D-D796-FB8C-6E3E45D3A0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sz="2900" i="1" dirty="0"/>
              <a:t>Pinus contorta</a:t>
            </a:r>
          </a:p>
          <a:p>
            <a:endParaRPr lang="de-CH" sz="2900" i="1" dirty="0"/>
          </a:p>
          <a:p>
            <a:r>
              <a:rPr lang="de-CH" sz="2900" b="1" dirty="0"/>
              <a:t>Data exploration</a:t>
            </a:r>
            <a:endParaRPr lang="en-GB" sz="2900" b="1" dirty="0"/>
          </a:p>
        </p:txBody>
      </p:sp>
    </p:spTree>
    <p:extLst>
      <p:ext uri="{BB962C8B-B14F-4D97-AF65-F5344CB8AC3E}">
        <p14:creationId xmlns:p14="http://schemas.microsoft.com/office/powerpoint/2010/main" val="3154772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B0C2D-403E-AF7F-8AEE-86B35FE4E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0" y="213360"/>
            <a:ext cx="9875520" cy="1356360"/>
          </a:xfrm>
        </p:spPr>
        <p:txBody>
          <a:bodyPr/>
          <a:lstStyle/>
          <a:p>
            <a:r>
              <a:rPr lang="de-CH" dirty="0"/>
              <a:t>Tree status – 2024-2025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FD7B17-8C63-C633-8D05-E8C5F492CE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5"/>
          <a:stretch/>
        </p:blipFill>
        <p:spPr>
          <a:xfrm>
            <a:off x="1240240" y="1280160"/>
            <a:ext cx="9273909" cy="527317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AB7877-6A7E-90C1-8A72-F78A798BE679}"/>
              </a:ext>
            </a:extLst>
          </p:cNvPr>
          <p:cNvSpPr txBox="1"/>
          <p:nvPr/>
        </p:nvSpPr>
        <p:spPr>
          <a:xfrm>
            <a:off x="7132320" y="706874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n = 780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90D675-07F7-60A4-05DA-BBEE0C81C238}"/>
              </a:ext>
            </a:extLst>
          </p:cNvPr>
          <p:cNvSpPr txBox="1"/>
          <p:nvPr/>
        </p:nvSpPr>
        <p:spPr>
          <a:xfrm>
            <a:off x="5362005" y="1554480"/>
            <a:ext cx="616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-116</a:t>
            </a:r>
            <a:endParaRPr lang="en-GB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0163F98-6CDF-4287-2948-EAF8EBED1BD1}"/>
              </a:ext>
            </a:extLst>
          </p:cNvPr>
          <p:cNvCxnSpPr>
            <a:cxnSpLocks/>
          </p:cNvCxnSpPr>
          <p:nvPr/>
        </p:nvCxnSpPr>
        <p:spPr>
          <a:xfrm>
            <a:off x="3921760" y="1569720"/>
            <a:ext cx="2926080" cy="665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8141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C75FB-2C6E-BD4A-0495-ABAEC6CE3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33680"/>
            <a:ext cx="9875520" cy="1356360"/>
          </a:xfrm>
        </p:spPr>
        <p:txBody>
          <a:bodyPr/>
          <a:lstStyle/>
          <a:p>
            <a:r>
              <a:rPr lang="de-CH" dirty="0"/>
              <a:t>Provenance distribution</a:t>
            </a:r>
            <a:endParaRPr lang="en-GB" dirty="0"/>
          </a:p>
        </p:txBody>
      </p:sp>
      <p:pic>
        <p:nvPicPr>
          <p:cNvPr id="5" name="Content Placeholder 4" descr="A graph with different colored rectangles&#10;&#10;AI-generated content may be incorrect.">
            <a:extLst>
              <a:ext uri="{FF2B5EF4-FFF2-40B4-BE49-F238E27FC236}">
                <a16:creationId xmlns:a16="http://schemas.microsoft.com/office/drawing/2014/main" id="{6226C969-854B-D7FD-DFE0-FB7D108928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520" y="1144927"/>
            <a:ext cx="9118600" cy="5479393"/>
          </a:xfrm>
        </p:spPr>
      </p:pic>
    </p:spTree>
    <p:extLst>
      <p:ext uri="{BB962C8B-B14F-4D97-AF65-F5344CB8AC3E}">
        <p14:creationId xmlns:p14="http://schemas.microsoft.com/office/powerpoint/2010/main" val="98595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2C95541-CA90-A88F-7649-31BAE8391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838" cy="1355725"/>
          </a:xfrm>
        </p:spPr>
        <p:txBody>
          <a:bodyPr/>
          <a:lstStyle/>
          <a:p>
            <a:r>
              <a:rPr lang="de-CH" dirty="0"/>
              <a:t>Status – by Provenance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CFA758F-D810-5393-BA80-278AA366BA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822" y="1239520"/>
            <a:ext cx="8864356" cy="5374640"/>
          </a:xfrm>
        </p:spPr>
      </p:pic>
    </p:spTree>
    <p:extLst>
      <p:ext uri="{BB962C8B-B14F-4D97-AF65-F5344CB8AC3E}">
        <p14:creationId xmlns:p14="http://schemas.microsoft.com/office/powerpoint/2010/main" val="1264928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2107B-1EA8-BA64-B10E-8A0B8E21F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520" cy="1356360"/>
          </a:xfrm>
        </p:spPr>
        <p:txBody>
          <a:bodyPr/>
          <a:lstStyle/>
          <a:p>
            <a:r>
              <a:rPr lang="de-CH" dirty="0"/>
              <a:t>Type distribution</a:t>
            </a:r>
            <a:endParaRPr lang="en-GB" dirty="0"/>
          </a:p>
        </p:txBody>
      </p:sp>
      <p:pic>
        <p:nvPicPr>
          <p:cNvPr id="18" name="Content Placeholder 17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46EE900A-3FC4-6135-E0EC-34BB7B492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5760" y="1406545"/>
            <a:ext cx="8666316" cy="5207615"/>
          </a:xfrm>
        </p:spPr>
      </p:pic>
    </p:spTree>
    <p:extLst>
      <p:ext uri="{BB962C8B-B14F-4D97-AF65-F5344CB8AC3E}">
        <p14:creationId xmlns:p14="http://schemas.microsoft.com/office/powerpoint/2010/main" val="1284769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4B841-9362-0383-46CC-CFFBEFEF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33680"/>
            <a:ext cx="9875520" cy="1356360"/>
          </a:xfrm>
        </p:spPr>
        <p:txBody>
          <a:bodyPr/>
          <a:lstStyle/>
          <a:p>
            <a:r>
              <a:rPr lang="de-CH" dirty="0"/>
              <a:t>Status – by Type</a:t>
            </a:r>
            <a:endParaRPr lang="en-GB" dirty="0"/>
          </a:p>
        </p:txBody>
      </p:sp>
      <p:pic>
        <p:nvPicPr>
          <p:cNvPr id="8" name="Content Placeholder 7" descr="A graph of different colored rectangular shapes&#10;&#10;AI-generated content may be incorrect.">
            <a:extLst>
              <a:ext uri="{FF2B5EF4-FFF2-40B4-BE49-F238E27FC236}">
                <a16:creationId xmlns:a16="http://schemas.microsoft.com/office/drawing/2014/main" id="{A4EBBA57-7401-0BD7-B240-3C16D4D8B1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1203330"/>
            <a:ext cx="8940800" cy="5420990"/>
          </a:xfrm>
        </p:spPr>
      </p:pic>
    </p:spTree>
    <p:extLst>
      <p:ext uri="{BB962C8B-B14F-4D97-AF65-F5344CB8AC3E}">
        <p14:creationId xmlns:p14="http://schemas.microsoft.com/office/powerpoint/2010/main" val="71374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EE15F-4B94-ED05-018D-4CF3EB115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Rowens vs benmore / plantation vs regen?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F545B-FB32-FB99-3DEF-751F64DCBF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543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351BBFA-4D62-6F56-D9B2-084422C22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13360"/>
            <a:ext cx="9875838" cy="1355725"/>
          </a:xfrm>
        </p:spPr>
        <p:txBody>
          <a:bodyPr/>
          <a:lstStyle/>
          <a:p>
            <a:r>
              <a:rPr lang="de-CH" dirty="0"/>
              <a:t>Status – by Block</a:t>
            </a:r>
            <a:endParaRPr lang="en-GB" dirty="0"/>
          </a:p>
        </p:txBody>
      </p:sp>
      <p:pic>
        <p:nvPicPr>
          <p:cNvPr id="10" name="Content Placeholder 9" descr="A graph of blue and red bars&#10;&#10;AI-generated content may be incorrect.">
            <a:extLst>
              <a:ext uri="{FF2B5EF4-FFF2-40B4-BE49-F238E27FC236}">
                <a16:creationId xmlns:a16="http://schemas.microsoft.com/office/drawing/2014/main" id="{EA175353-6AD5-76CA-2329-CCA6E2F2F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778" y="1148080"/>
            <a:ext cx="9096444" cy="5466080"/>
          </a:xfrm>
        </p:spPr>
      </p:pic>
    </p:spTree>
    <p:extLst>
      <p:ext uri="{BB962C8B-B14F-4D97-AF65-F5344CB8AC3E}">
        <p14:creationId xmlns:p14="http://schemas.microsoft.com/office/powerpoint/2010/main" val="2413059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1BC62-6E05-2214-83CA-8D9E2160A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33680"/>
            <a:ext cx="9875520" cy="1356360"/>
          </a:xfrm>
        </p:spPr>
        <p:txBody>
          <a:bodyPr/>
          <a:lstStyle/>
          <a:p>
            <a:r>
              <a:rPr lang="de-CH" dirty="0"/>
              <a:t>Family distribution</a:t>
            </a:r>
            <a:endParaRPr lang="en-GB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0AADB95F-2104-542D-E0E1-ABEDEF08E2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07074493"/>
              </p:ext>
            </p:extLst>
          </p:nvPr>
        </p:nvGraphicFramePr>
        <p:xfrm>
          <a:off x="2087880" y="1442720"/>
          <a:ext cx="7929880" cy="48666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5794">
                  <a:extLst>
                    <a:ext uri="{9D8B030D-6E8A-4147-A177-3AD203B41FA5}">
                      <a16:colId xmlns:a16="http://schemas.microsoft.com/office/drawing/2014/main" val="3170092466"/>
                    </a:ext>
                  </a:extLst>
                </a:gridCol>
                <a:gridCol w="4294086">
                  <a:extLst>
                    <a:ext uri="{9D8B030D-6E8A-4147-A177-3AD203B41FA5}">
                      <a16:colId xmlns:a16="http://schemas.microsoft.com/office/drawing/2014/main" val="373613929"/>
                    </a:ext>
                  </a:extLst>
                </a:gridCol>
              </a:tblGrid>
              <a:tr h="1466977">
                <a:tc>
                  <a:txBody>
                    <a:bodyPr/>
                    <a:lstStyle/>
                    <a:p>
                      <a:pPr algn="ctr"/>
                      <a:r>
                        <a:rPr lang="de-CH" sz="3500" b="1" dirty="0"/>
                        <a:t>Number of families</a:t>
                      </a:r>
                      <a:endParaRPr lang="en-GB" sz="3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3500" b="1" dirty="0"/>
                        <a:t>Number of individuals</a:t>
                      </a:r>
                      <a:endParaRPr lang="en-GB" sz="35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9906220"/>
                  </a:ext>
                </a:extLst>
              </a:tr>
              <a:tr h="849916">
                <a:tc>
                  <a:txBody>
                    <a:bodyPr/>
                    <a:lstStyle/>
                    <a:p>
                      <a:pPr algn="ctr"/>
                      <a:r>
                        <a:rPr lang="de-CH" sz="3000" dirty="0"/>
                        <a:t>46</a:t>
                      </a:r>
                      <a:endParaRPr lang="en-GB" sz="3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30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1636462"/>
                  </a:ext>
                </a:extLst>
              </a:tr>
              <a:tr h="849916">
                <a:tc>
                  <a:txBody>
                    <a:bodyPr/>
                    <a:lstStyle/>
                    <a:p>
                      <a:pPr algn="ctr"/>
                      <a:r>
                        <a:rPr lang="de-CH" sz="3000" dirty="0"/>
                        <a:t>6</a:t>
                      </a:r>
                      <a:endParaRPr lang="en-GB" sz="3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3000" dirty="0"/>
                        <a:t>50</a:t>
                      </a:r>
                      <a:endParaRPr lang="en-GB" sz="3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093567"/>
                  </a:ext>
                </a:extLst>
              </a:tr>
              <a:tr h="849916">
                <a:tc>
                  <a:txBody>
                    <a:bodyPr/>
                    <a:lstStyle/>
                    <a:p>
                      <a:pPr algn="ctr"/>
                      <a:r>
                        <a:rPr lang="de-CH" sz="3000" dirty="0"/>
                        <a:t>1</a:t>
                      </a:r>
                      <a:endParaRPr lang="en-GB" sz="3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3000" dirty="0"/>
                        <a:t>12</a:t>
                      </a:r>
                      <a:endParaRPr lang="en-GB" sz="3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3861897"/>
                  </a:ext>
                </a:extLst>
              </a:tr>
              <a:tr h="849916">
                <a:tc>
                  <a:txBody>
                    <a:bodyPr/>
                    <a:lstStyle/>
                    <a:p>
                      <a:pPr algn="ctr"/>
                      <a:r>
                        <a:rPr lang="de-CH" sz="3000" dirty="0"/>
                        <a:t>1</a:t>
                      </a:r>
                      <a:endParaRPr lang="en-GB" sz="3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3000" dirty="0"/>
                        <a:t>8</a:t>
                      </a:r>
                      <a:endParaRPr lang="en-GB" sz="3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7029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26367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AC9F3-8100-D77A-023E-C972C8979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23520"/>
            <a:ext cx="9875520" cy="995680"/>
          </a:xfrm>
        </p:spPr>
        <p:txBody>
          <a:bodyPr/>
          <a:lstStyle/>
          <a:p>
            <a:r>
              <a:rPr lang="de-CH" dirty="0"/>
              <a:t>Status – by Family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AB1702-AC8E-BCAE-24FC-C14A03615D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49"/>
          <a:stretch/>
        </p:blipFill>
        <p:spPr>
          <a:xfrm>
            <a:off x="1226129" y="1095555"/>
            <a:ext cx="9739742" cy="551860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012472-E3FE-9887-B742-0271FEB26237}"/>
              </a:ext>
            </a:extLst>
          </p:cNvPr>
          <p:cNvSpPr txBox="1"/>
          <p:nvPr/>
        </p:nvSpPr>
        <p:spPr>
          <a:xfrm>
            <a:off x="5382883" y="586596"/>
            <a:ext cx="3045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Top and bottom 10 Families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7577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 descr="A graph with red lines and numbers&#10;&#10;AI-generated content may be incorrect.">
            <a:extLst>
              <a:ext uri="{FF2B5EF4-FFF2-40B4-BE49-F238E27FC236}">
                <a16:creationId xmlns:a16="http://schemas.microsoft.com/office/drawing/2014/main" id="{BD49C6AC-C674-843D-C8F1-02241A71B1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70"/>
          <a:stretch/>
        </p:blipFill>
        <p:spPr>
          <a:xfrm>
            <a:off x="544941" y="1310640"/>
            <a:ext cx="11102118" cy="527304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D8D4A8-9316-1F4F-4391-A51F0AE12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74320"/>
            <a:ext cx="9875520" cy="1356360"/>
          </a:xfrm>
        </p:spPr>
        <p:txBody>
          <a:bodyPr/>
          <a:lstStyle/>
          <a:p>
            <a:r>
              <a:rPr lang="de-CH" dirty="0"/>
              <a:t>DBB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C9CC8D-5E27-7D11-D30C-DB30F7B517A9}"/>
              </a:ext>
            </a:extLst>
          </p:cNvPr>
          <p:cNvSpPr txBox="1"/>
          <p:nvPr/>
        </p:nvSpPr>
        <p:spPr>
          <a:xfrm>
            <a:off x="9193074" y="552390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DBB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47566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5869241-031B-EBB0-A018-4867A27D2D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120" y="1423966"/>
            <a:ext cx="10304635" cy="5210514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37FC25-0092-D266-9369-B42C8B0A2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23520"/>
            <a:ext cx="9875520" cy="1356360"/>
          </a:xfrm>
        </p:spPr>
        <p:txBody>
          <a:bodyPr/>
          <a:lstStyle/>
          <a:p>
            <a:r>
              <a:rPr lang="de-CH" dirty="0"/>
              <a:t>Height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543C4B-69A1-290C-CEFB-6E8DFA1E1BD1}"/>
              </a:ext>
            </a:extLst>
          </p:cNvPr>
          <p:cNvSpPr txBox="1"/>
          <p:nvPr/>
        </p:nvSpPr>
        <p:spPr>
          <a:xfrm>
            <a:off x="8776513" y="537367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height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23E41-3A5D-BCAF-834C-2A32E08422A5}"/>
              </a:ext>
            </a:extLst>
          </p:cNvPr>
          <p:cNvSpPr txBox="1"/>
          <p:nvPr/>
        </p:nvSpPr>
        <p:spPr>
          <a:xfrm>
            <a:off x="8776514" y="1017566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1 tree is alive at both and has DBB but not height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833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73E0993F-5E9C-1D30-1C0B-6E7EB90E70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5"/>
          <a:stretch/>
        </p:blipFill>
        <p:spPr>
          <a:xfrm>
            <a:off x="1786756" y="1766126"/>
            <a:ext cx="8618487" cy="485648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6B59D3-816C-2A57-089A-EA265D288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13360"/>
            <a:ext cx="9875520" cy="1356360"/>
          </a:xfrm>
        </p:spPr>
        <p:txBody>
          <a:bodyPr/>
          <a:lstStyle/>
          <a:p>
            <a:r>
              <a:rPr lang="de-CH" dirty="0"/>
              <a:t>Height – by Provenance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B2C7B7-4BA9-EB08-7CDD-E8CB7044D6E1}"/>
              </a:ext>
            </a:extLst>
          </p:cNvPr>
          <p:cNvSpPr txBox="1"/>
          <p:nvPr/>
        </p:nvSpPr>
        <p:spPr>
          <a:xfrm>
            <a:off x="8270240" y="670560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provenance?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</a:t>
            </a:r>
            <a:endParaRPr lang="en-GB" dirty="0">
              <a:solidFill>
                <a:srgbClr val="FF0000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9059EA4-2DBF-0663-3CBB-735422399593}"/>
              </a:ext>
            </a:extLst>
          </p:cNvPr>
          <p:cNvCxnSpPr>
            <a:cxnSpLocks/>
          </p:cNvCxnSpPr>
          <p:nvPr/>
        </p:nvCxnSpPr>
        <p:spPr>
          <a:xfrm flipV="1">
            <a:off x="6745584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B09F37-05AB-B6E9-E388-410DADB688E9}"/>
              </a:ext>
            </a:extLst>
          </p:cNvPr>
          <p:cNvSpPr txBox="1"/>
          <p:nvPr/>
        </p:nvSpPr>
        <p:spPr>
          <a:xfrm>
            <a:off x="7450347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CE061F1-94C7-639C-91D4-CFA492EA4128}"/>
              </a:ext>
            </a:extLst>
          </p:cNvPr>
          <p:cNvCxnSpPr>
            <a:cxnSpLocks/>
          </p:cNvCxnSpPr>
          <p:nvPr/>
        </p:nvCxnSpPr>
        <p:spPr>
          <a:xfrm flipV="1">
            <a:off x="3790687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544A9C5-D7E0-7596-44AC-D0B1CF22A9BF}"/>
              </a:ext>
            </a:extLst>
          </p:cNvPr>
          <p:cNvSpPr txBox="1"/>
          <p:nvPr/>
        </p:nvSpPr>
        <p:spPr>
          <a:xfrm>
            <a:off x="4495450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468455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45658-7DE4-99A0-DD6E-14745BC00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03200"/>
            <a:ext cx="9875520" cy="1356360"/>
          </a:xfrm>
        </p:spPr>
        <p:txBody>
          <a:bodyPr/>
          <a:lstStyle/>
          <a:p>
            <a:r>
              <a:rPr lang="de-CH" dirty="0"/>
              <a:t>Height – by Type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44F4B-72E6-AB1B-4698-07642C2B12A6}"/>
              </a:ext>
            </a:extLst>
          </p:cNvPr>
          <p:cNvSpPr txBox="1"/>
          <p:nvPr/>
        </p:nvSpPr>
        <p:spPr>
          <a:xfrm>
            <a:off x="8280400" y="561955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type?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Nas?</a:t>
            </a:r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10" name="Content Placeholder 9" descr="A diagram of different colored rectangles&#10;&#10;AI-generated content may be incorrect.">
            <a:extLst>
              <a:ext uri="{FF2B5EF4-FFF2-40B4-BE49-F238E27FC236}">
                <a16:creationId xmlns:a16="http://schemas.microsoft.com/office/drawing/2014/main" id="{8BA279B2-C990-BC1D-5784-CB13A3FEFD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30"/>
          <a:stretch/>
        </p:blipFill>
        <p:spPr>
          <a:xfrm>
            <a:off x="1273629" y="1479925"/>
            <a:ext cx="9002485" cy="5088833"/>
          </a:xfr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99FF156-1706-02AD-E8DE-8029EE35527A}"/>
              </a:ext>
            </a:extLst>
          </p:cNvPr>
          <p:cNvCxnSpPr>
            <a:cxnSpLocks/>
          </p:cNvCxnSpPr>
          <p:nvPr/>
        </p:nvCxnSpPr>
        <p:spPr>
          <a:xfrm flipV="1">
            <a:off x="3434552" y="2697258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B94D3B1-D2D1-C219-BFFD-F4DB6DC8B9BB}"/>
              </a:ext>
            </a:extLst>
          </p:cNvPr>
          <p:cNvSpPr txBox="1"/>
          <p:nvPr/>
        </p:nvSpPr>
        <p:spPr>
          <a:xfrm>
            <a:off x="4139315" y="2439021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F7AD5F4-45BE-97EA-56EB-EB3658392A22}"/>
              </a:ext>
            </a:extLst>
          </p:cNvPr>
          <p:cNvCxnSpPr>
            <a:cxnSpLocks/>
          </p:cNvCxnSpPr>
          <p:nvPr/>
        </p:nvCxnSpPr>
        <p:spPr>
          <a:xfrm flipV="1">
            <a:off x="6328904" y="2400269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7F509E7-DF81-6201-EAEF-76C19805D2B3}"/>
              </a:ext>
            </a:extLst>
          </p:cNvPr>
          <p:cNvSpPr txBox="1"/>
          <p:nvPr/>
        </p:nvSpPr>
        <p:spPr>
          <a:xfrm>
            <a:off x="7033667" y="2142032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56D891-6E77-53B9-A5ED-9F3C0CB4763A}"/>
              </a:ext>
            </a:extLst>
          </p:cNvPr>
          <p:cNvCxnSpPr>
            <a:cxnSpLocks/>
          </p:cNvCxnSpPr>
          <p:nvPr/>
        </p:nvCxnSpPr>
        <p:spPr>
          <a:xfrm>
            <a:off x="3434552" y="1722714"/>
            <a:ext cx="498322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25679F4-CF01-D594-4512-3725711039C9}"/>
              </a:ext>
            </a:extLst>
          </p:cNvPr>
          <p:cNvSpPr txBox="1"/>
          <p:nvPr/>
        </p:nvSpPr>
        <p:spPr>
          <a:xfrm>
            <a:off x="5649557" y="1406376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5222628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D9BF-2B66-09AD-138F-36386DDD5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48" y="263545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1AF245-CF10-C522-E0CE-18AABCB35A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93"/>
          <a:stretch/>
        </p:blipFill>
        <p:spPr>
          <a:xfrm>
            <a:off x="739264" y="1597014"/>
            <a:ext cx="8776687" cy="4878756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EE3C62-7A17-B683-8845-1CC05C605A19}"/>
              </a:ext>
            </a:extLst>
          </p:cNvPr>
          <p:cNvSpPr txBox="1"/>
          <p:nvPr/>
        </p:nvSpPr>
        <p:spPr>
          <a:xfrm>
            <a:off x="9588376" y="1785484"/>
            <a:ext cx="18643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Even distribution between provenances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C60FA7-6976-A204-5DB2-FA364834CB49}"/>
              </a:ext>
            </a:extLst>
          </p:cNvPr>
          <p:cNvSpPr txBox="1"/>
          <p:nvPr/>
        </p:nvSpPr>
        <p:spPr>
          <a:xfrm>
            <a:off x="9711892" y="6096893"/>
            <a:ext cx="2131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Day 0 = 10/09/2023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7207B2-C399-F774-B53B-5CE49BA29F56}"/>
              </a:ext>
            </a:extLst>
          </p:cNvPr>
          <p:cNvCxnSpPr>
            <a:cxnSpLocks/>
          </p:cNvCxnSpPr>
          <p:nvPr/>
        </p:nvCxnSpPr>
        <p:spPr>
          <a:xfrm flipV="1">
            <a:off x="5792742" y="1762532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E83656-BBCA-820A-78B8-B8825292C4BF}"/>
              </a:ext>
            </a:extLst>
          </p:cNvPr>
          <p:cNvSpPr txBox="1"/>
          <p:nvPr/>
        </p:nvSpPr>
        <p:spPr>
          <a:xfrm>
            <a:off x="6497505" y="1539263"/>
            <a:ext cx="805702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</a:t>
            </a:r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.042</a:t>
            </a:r>
          </a:p>
        </p:txBody>
      </p:sp>
    </p:spTree>
    <p:extLst>
      <p:ext uri="{BB962C8B-B14F-4D97-AF65-F5344CB8AC3E}">
        <p14:creationId xmlns:p14="http://schemas.microsoft.com/office/powerpoint/2010/main" val="40185284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9895B-F36B-0FE8-66E4-57C233A9A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5" y="234214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9" name="Content Placeholder 8" descr="A graph of a graph&#10;&#10;AI-generated content may be incorrect.">
            <a:extLst>
              <a:ext uri="{FF2B5EF4-FFF2-40B4-BE49-F238E27FC236}">
                <a16:creationId xmlns:a16="http://schemas.microsoft.com/office/drawing/2014/main" id="{E9D7C26D-A23C-D424-F674-5FE3142C3D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377" y="1232034"/>
            <a:ext cx="10663062" cy="539175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145E7EB-00AB-0A3C-462D-869596290F9D}"/>
              </a:ext>
            </a:extLst>
          </p:cNvPr>
          <p:cNvCxnSpPr/>
          <p:nvPr/>
        </p:nvCxnSpPr>
        <p:spPr>
          <a:xfrm>
            <a:off x="7161196" y="2781701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139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E21EA-EC58-E43B-46B6-72D5584F9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43840"/>
            <a:ext cx="9875520" cy="1356360"/>
          </a:xfrm>
        </p:spPr>
        <p:txBody>
          <a:bodyPr/>
          <a:lstStyle/>
          <a:p>
            <a:r>
              <a:rPr lang="de-CH" dirty="0"/>
              <a:t>Budset –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A0D3437-97B6-1053-8FD3-9E66A7F82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42" y="1294689"/>
            <a:ext cx="10520115" cy="5319471"/>
          </a:xfr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77FB2-79EE-9075-C06A-8515F77F5B87}"/>
              </a:ext>
            </a:extLst>
          </p:cNvPr>
          <p:cNvCxnSpPr>
            <a:cxnSpLocks/>
          </p:cNvCxnSpPr>
          <p:nvPr/>
        </p:nvCxnSpPr>
        <p:spPr>
          <a:xfrm flipV="1">
            <a:off x="3254326" y="1708729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6EA98B-C626-6AC0-4F03-A613577D5935}"/>
              </a:ext>
            </a:extLst>
          </p:cNvPr>
          <p:cNvSpPr txBox="1"/>
          <p:nvPr/>
        </p:nvSpPr>
        <p:spPr>
          <a:xfrm>
            <a:off x="4470416" y="140321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C6D792-97FC-FD07-3960-989C62EBBECF}"/>
              </a:ext>
            </a:extLst>
          </p:cNvPr>
          <p:cNvCxnSpPr>
            <a:cxnSpLocks/>
          </p:cNvCxnSpPr>
          <p:nvPr/>
        </p:nvCxnSpPr>
        <p:spPr>
          <a:xfrm>
            <a:off x="3254326" y="1390375"/>
            <a:ext cx="6027081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2A4E8F-20B8-D1CF-298E-3001E437C6C5}"/>
              </a:ext>
            </a:extLst>
          </p:cNvPr>
          <p:cNvSpPr txBox="1"/>
          <p:nvPr/>
        </p:nvSpPr>
        <p:spPr>
          <a:xfrm>
            <a:off x="5977152" y="108187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4221340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941A4-7800-BF6D-3047-19A2F1FFE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178812"/>
            <a:ext cx="9875520" cy="1356360"/>
          </a:xfrm>
        </p:spPr>
        <p:txBody>
          <a:bodyPr/>
          <a:lstStyle/>
          <a:p>
            <a:r>
              <a:rPr lang="de-CH" dirty="0"/>
              <a:t>Budset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70947E2-94D3-B544-4587-E9882F4D2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049" y="1535171"/>
            <a:ext cx="9958252" cy="5035367"/>
          </a:xfr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594E9A-0DC9-656A-15F4-E36D519C6094}"/>
              </a:ext>
            </a:extLst>
          </p:cNvPr>
          <p:cNvCxnSpPr/>
          <p:nvPr/>
        </p:nvCxnSpPr>
        <p:spPr>
          <a:xfrm>
            <a:off x="7007192" y="2675823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360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B79DC-5387-676F-0683-1D49454F4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4" y="176490"/>
            <a:ext cx="9875520" cy="1356360"/>
          </a:xfrm>
        </p:spPr>
        <p:txBody>
          <a:bodyPr/>
          <a:lstStyle/>
          <a:p>
            <a:r>
              <a:rPr lang="de-CH" dirty="0"/>
              <a:t>Budburst – by Provenance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3F0DC-52E1-09BD-080C-AFC35699FB60}"/>
              </a:ext>
            </a:extLst>
          </p:cNvPr>
          <p:cNvSpPr txBox="1"/>
          <p:nvPr/>
        </p:nvSpPr>
        <p:spPr>
          <a:xfrm>
            <a:off x="9630612" y="670004"/>
            <a:ext cx="2131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Day 0 = 01/02/2024</a:t>
            </a:r>
          </a:p>
        </p:txBody>
      </p:sp>
      <p:pic>
        <p:nvPicPr>
          <p:cNvPr id="11" name="Content Placeholder 10" descr="A graph of a diagram&#10;&#10;AI-generated content may be incorrect.">
            <a:extLst>
              <a:ext uri="{FF2B5EF4-FFF2-40B4-BE49-F238E27FC236}">
                <a16:creationId xmlns:a16="http://schemas.microsoft.com/office/drawing/2014/main" id="{44A0C449-8F18-850D-9203-E214A67FEA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58" y="1685992"/>
            <a:ext cx="9517795" cy="4812650"/>
          </a:xfr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982C0FB-D28F-93CA-4DE9-0A62C347B1DA}"/>
              </a:ext>
            </a:extLst>
          </p:cNvPr>
          <p:cNvCxnSpPr>
            <a:cxnSpLocks/>
          </p:cNvCxnSpPr>
          <p:nvPr/>
        </p:nvCxnSpPr>
        <p:spPr>
          <a:xfrm flipV="1">
            <a:off x="2325447" y="1732324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7228138-E4A7-851D-FC56-2306BC16034C}"/>
              </a:ext>
            </a:extLst>
          </p:cNvPr>
          <p:cNvSpPr txBox="1"/>
          <p:nvPr/>
        </p:nvSpPr>
        <p:spPr>
          <a:xfrm>
            <a:off x="3587257" y="1486311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0EC720A-2AF0-9C6D-6E05-3934CC044EA9}"/>
              </a:ext>
            </a:extLst>
          </p:cNvPr>
          <p:cNvCxnSpPr>
            <a:cxnSpLocks/>
          </p:cNvCxnSpPr>
          <p:nvPr/>
        </p:nvCxnSpPr>
        <p:spPr>
          <a:xfrm flipV="1">
            <a:off x="5528414" y="1729338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923EC24-A6E5-C849-B975-9601C8597CF3}"/>
              </a:ext>
            </a:extLst>
          </p:cNvPr>
          <p:cNvSpPr txBox="1"/>
          <p:nvPr/>
        </p:nvSpPr>
        <p:spPr>
          <a:xfrm>
            <a:off x="6790224" y="1483325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</a:t>
            </a:r>
          </a:p>
        </p:txBody>
      </p:sp>
    </p:spTree>
    <p:extLst>
      <p:ext uri="{BB962C8B-B14F-4D97-AF65-F5344CB8AC3E}">
        <p14:creationId xmlns:p14="http://schemas.microsoft.com/office/powerpoint/2010/main" val="13093892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A7E35-F3A7-7E5B-ED8A-FA3BA661E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24589"/>
            <a:ext cx="9875520" cy="1356360"/>
          </a:xfrm>
        </p:spPr>
        <p:txBody>
          <a:bodyPr/>
          <a:lstStyle/>
          <a:p>
            <a:r>
              <a:rPr lang="de-CH" dirty="0"/>
              <a:t>Burburst - by Provenance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2D2CC6DF-5B3C-EB76-C731-64BD8A7730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62" y="1259840"/>
            <a:ext cx="10468476" cy="5293360"/>
          </a:xfrm>
        </p:spPr>
      </p:pic>
    </p:spTree>
    <p:extLst>
      <p:ext uri="{BB962C8B-B14F-4D97-AF65-F5344CB8AC3E}">
        <p14:creationId xmlns:p14="http://schemas.microsoft.com/office/powerpoint/2010/main" val="2763315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10286-6041-399A-065F-9CA72ED9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960" y="223520"/>
            <a:ext cx="9875520" cy="1356360"/>
          </a:xfrm>
        </p:spPr>
        <p:txBody>
          <a:bodyPr/>
          <a:lstStyle/>
          <a:p>
            <a:r>
              <a:rPr lang="de-CH" dirty="0"/>
              <a:t>Budburst – by Type</a:t>
            </a:r>
            <a:endParaRPr lang="en-GB" dirty="0"/>
          </a:p>
        </p:txBody>
      </p:sp>
      <p:pic>
        <p:nvPicPr>
          <p:cNvPr id="9" name="Content Placeholder 8" descr="A graph of a diagram&#10;&#10;AI-generated content may be incorrect.">
            <a:extLst>
              <a:ext uri="{FF2B5EF4-FFF2-40B4-BE49-F238E27FC236}">
                <a16:creationId xmlns:a16="http://schemas.microsoft.com/office/drawing/2014/main" id="{463E4468-FDCA-104C-62BA-3B778918FA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234" y="1198881"/>
            <a:ext cx="10659360" cy="5389880"/>
          </a:xfrm>
        </p:spPr>
      </p:pic>
    </p:spTree>
    <p:extLst>
      <p:ext uri="{BB962C8B-B14F-4D97-AF65-F5344CB8AC3E}">
        <p14:creationId xmlns:p14="http://schemas.microsoft.com/office/powerpoint/2010/main" val="14596031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23E70-6AE2-13AB-B9D6-DFD4DC38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" y="196168"/>
            <a:ext cx="9875520" cy="1356360"/>
          </a:xfrm>
        </p:spPr>
        <p:txBody>
          <a:bodyPr/>
          <a:lstStyle/>
          <a:p>
            <a:r>
              <a:rPr lang="de-CH" dirty="0"/>
              <a:t>Budburst by Type</a:t>
            </a:r>
            <a:endParaRPr lang="en-GB" dirty="0"/>
          </a:p>
        </p:txBody>
      </p:sp>
      <p:pic>
        <p:nvPicPr>
          <p:cNvPr id="8" name="Content Placeholder 7" descr="A graph of a graph&#10;&#10;AI-generated content may be incorrect.">
            <a:extLst>
              <a:ext uri="{FF2B5EF4-FFF2-40B4-BE49-F238E27FC236}">
                <a16:creationId xmlns:a16="http://schemas.microsoft.com/office/drawing/2014/main" id="{4EC47E45-9E07-5478-4A1D-D66819A239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4" y="1209040"/>
            <a:ext cx="10602941" cy="5361352"/>
          </a:xfrm>
        </p:spPr>
      </p:pic>
    </p:spTree>
    <p:extLst>
      <p:ext uri="{BB962C8B-B14F-4D97-AF65-F5344CB8AC3E}">
        <p14:creationId xmlns:p14="http://schemas.microsoft.com/office/powerpoint/2010/main" val="15055974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526B4-C28B-9F40-11FC-0C82F8F92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 trait comparisons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4B187-7D1D-6C91-8666-FC9DB4E0F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Mortality based on Provenance AND Type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C27B33-D24F-727E-2389-C5F17212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229" y="1745491"/>
            <a:ext cx="3473629" cy="424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28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77790-0A48-B0C3-E2DE-563D31F3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trait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92CD5-BA4F-A107-6E44-94C41B70B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Dothistroma tolerance</a:t>
            </a:r>
          </a:p>
          <a:p>
            <a:r>
              <a:rPr lang="en-GB" dirty="0" err="1"/>
              <a:t>Root:shoot</a:t>
            </a:r>
            <a:r>
              <a:rPr lang="en-GB" dirty="0"/>
              <a:t> ratio</a:t>
            </a:r>
          </a:p>
        </p:txBody>
      </p:sp>
    </p:spTree>
    <p:extLst>
      <p:ext uri="{BB962C8B-B14F-4D97-AF65-F5344CB8AC3E}">
        <p14:creationId xmlns:p14="http://schemas.microsoft.com/office/powerpoint/2010/main" val="200535796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690</TotalTime>
  <Words>208</Words>
  <Application>Microsoft Office PowerPoint</Application>
  <PresentationFormat>Widescreen</PresentationFormat>
  <Paragraphs>65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Corbel</vt:lpstr>
      <vt:lpstr>Helvetica</vt:lpstr>
      <vt:lpstr>Basis</vt:lpstr>
      <vt:lpstr>Rapid Adaptation</vt:lpstr>
      <vt:lpstr>Tree status – 2024-2025</vt:lpstr>
      <vt:lpstr>Provenance distribution</vt:lpstr>
      <vt:lpstr>Status – by Provenance</vt:lpstr>
      <vt:lpstr>Type distribution</vt:lpstr>
      <vt:lpstr>Status – by Type</vt:lpstr>
      <vt:lpstr>Rowens vs benmore / plantation vs regen?</vt:lpstr>
      <vt:lpstr>Status – by Block</vt:lpstr>
      <vt:lpstr>Family distribution</vt:lpstr>
      <vt:lpstr>Status – by Family</vt:lpstr>
      <vt:lpstr>DBB</vt:lpstr>
      <vt:lpstr>Height</vt:lpstr>
      <vt:lpstr>Height – by Provenance</vt:lpstr>
      <vt:lpstr>Height – by Type</vt:lpstr>
      <vt:lpstr>Budset – by provenance</vt:lpstr>
      <vt:lpstr>Budset – by Provenance</vt:lpstr>
      <vt:lpstr>Budset – by Type</vt:lpstr>
      <vt:lpstr>Budset by Type</vt:lpstr>
      <vt:lpstr>Budburst – by Provenance</vt:lpstr>
      <vt:lpstr>Burburst - by Provenance</vt:lpstr>
      <vt:lpstr>Budburst – by Type</vt:lpstr>
      <vt:lpstr>Budburst by Type</vt:lpstr>
      <vt:lpstr>Missing  trait comparisons</vt:lpstr>
      <vt:lpstr>Missing trait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Dickenmann</dc:creator>
  <cp:lastModifiedBy>Luisa Dickenmann</cp:lastModifiedBy>
  <cp:revision>1</cp:revision>
  <dcterms:created xsi:type="dcterms:W3CDTF">2025-12-02T15:36:41Z</dcterms:created>
  <dcterms:modified xsi:type="dcterms:W3CDTF">2025-12-09T14:38:15Z</dcterms:modified>
</cp:coreProperties>
</file>