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sldIdLst>
    <p:sldId id="256" r:id="rId2"/>
    <p:sldId id="257" r:id="rId3"/>
    <p:sldId id="285" r:id="rId4"/>
    <p:sldId id="271" r:id="rId5"/>
    <p:sldId id="269" r:id="rId6"/>
    <p:sldId id="268" r:id="rId7"/>
    <p:sldId id="267" r:id="rId8"/>
    <p:sldId id="270" r:id="rId9"/>
    <p:sldId id="289" r:id="rId10"/>
    <p:sldId id="272" r:id="rId11"/>
    <p:sldId id="288" r:id="rId12"/>
    <p:sldId id="258" r:id="rId13"/>
    <p:sldId id="259" r:id="rId14"/>
    <p:sldId id="262" r:id="rId15"/>
    <p:sldId id="266" r:id="rId16"/>
    <p:sldId id="284" r:id="rId17"/>
    <p:sldId id="261" r:id="rId18"/>
    <p:sldId id="275" r:id="rId19"/>
    <p:sldId id="276" r:id="rId20"/>
    <p:sldId id="263" r:id="rId21"/>
    <p:sldId id="265" r:id="rId22"/>
    <p:sldId id="277" r:id="rId23"/>
    <p:sldId id="278" r:id="rId24"/>
    <p:sldId id="264" r:id="rId25"/>
    <p:sldId id="286" r:id="rId26"/>
    <p:sldId id="287" r:id="rId27"/>
    <p:sldId id="282" r:id="rId28"/>
    <p:sldId id="283" r:id="rId29"/>
    <p:sldId id="281" r:id="rId30"/>
    <p:sldId id="280" r:id="rId31"/>
    <p:sldId id="279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F8172B-23CC-43AF-8874-FD0289D90325}" v="2" dt="2026-01-19T15:59:21.4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–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4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85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a Dickenmann" userId="0c0840b0-1ae7-42c8-98b5-b02d8f71a603" providerId="ADAL" clId="{100BBC7B-7ACA-4A4D-BA33-DEF31D162335}"/>
    <pc:docChg chg="undo custSel addSld delSld modSld sldOrd">
      <pc:chgData name="Luisa Dickenmann" userId="0c0840b0-1ae7-42c8-98b5-b02d8f71a603" providerId="ADAL" clId="{100BBC7B-7ACA-4A4D-BA33-DEF31D162335}" dt="2025-12-12T09:54:28.617" v="4098" actId="20577"/>
      <pc:docMkLst>
        <pc:docMk/>
      </pc:docMkLst>
      <pc:sldChg chg="modSp mod">
        <pc:chgData name="Luisa Dickenmann" userId="0c0840b0-1ae7-42c8-98b5-b02d8f71a603" providerId="ADAL" clId="{100BBC7B-7ACA-4A4D-BA33-DEF31D162335}" dt="2025-12-02T15:51:47.306" v="3"/>
        <pc:sldMkLst>
          <pc:docMk/>
          <pc:sldMk cId="3154772081" sldId="256"/>
        </pc:sldMkLst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2" creationId="{48CD3DD0-AE3F-D3E2-F3E2-C238F204CBC1}"/>
          </ac:spMkLst>
        </pc:spChg>
        <pc:spChg chg="mod">
          <ac:chgData name="Luisa Dickenmann" userId="0c0840b0-1ae7-42c8-98b5-b02d8f71a603" providerId="ADAL" clId="{100BBC7B-7ACA-4A4D-BA33-DEF31D162335}" dt="2025-12-02T15:51:47.306" v="3"/>
          <ac:spMkLst>
            <pc:docMk/>
            <pc:sldMk cId="3154772081" sldId="256"/>
            <ac:spMk id="3" creationId="{CF983D34-8A1D-D796-FB8C-6E3E45D3A0F0}"/>
          </ac:spMkLst>
        </pc:spChg>
      </pc:sldChg>
      <pc:sldChg chg="addSp delSp modSp mod ord">
        <pc:chgData name="Luisa Dickenmann" userId="0c0840b0-1ae7-42c8-98b5-b02d8f71a603" providerId="ADAL" clId="{100BBC7B-7ACA-4A4D-BA33-DEF31D162335}" dt="2025-12-09T13:02:57.904" v="2519" actId="478"/>
        <pc:sldMkLst>
          <pc:docMk/>
          <pc:sldMk cId="1618141787" sldId="257"/>
        </pc:sldMkLst>
        <pc:spChg chg="mod">
          <ac:chgData name="Luisa Dickenmann" userId="0c0840b0-1ae7-42c8-98b5-b02d8f71a603" providerId="ADAL" clId="{100BBC7B-7ACA-4A4D-BA33-DEF31D162335}" dt="2025-12-08T12:15:27.186" v="406" actId="20577"/>
          <ac:spMkLst>
            <pc:docMk/>
            <pc:sldMk cId="1618141787" sldId="257"/>
            <ac:spMk id="2" creationId="{C84B0C2D-403E-AF7F-8AEE-86B35FE4EA5E}"/>
          </ac:spMkLst>
        </pc:spChg>
        <pc:spChg chg="add mod">
          <ac:chgData name="Luisa Dickenmann" userId="0c0840b0-1ae7-42c8-98b5-b02d8f71a603" providerId="ADAL" clId="{100BBC7B-7ACA-4A4D-BA33-DEF31D162335}" dt="2025-12-09T09:09:49.349" v="1336" actId="1076"/>
          <ac:spMkLst>
            <pc:docMk/>
            <pc:sldMk cId="1618141787" sldId="257"/>
            <ac:spMk id="3" creationId="{E890D675-07F7-60A4-05DA-BBEE0C81C238}"/>
          </ac:spMkLst>
        </pc:spChg>
        <pc:spChg chg="add mod">
          <ac:chgData name="Luisa Dickenmann" userId="0c0840b0-1ae7-42c8-98b5-b02d8f71a603" providerId="ADAL" clId="{100BBC7B-7ACA-4A4D-BA33-DEF31D162335}" dt="2025-12-08T14:23:58.308" v="703" actId="20577"/>
          <ac:spMkLst>
            <pc:docMk/>
            <pc:sldMk cId="1618141787" sldId="257"/>
            <ac:spMk id="4" creationId="{63AB7877-6A7E-90C1-8A72-F78A798BE679}"/>
          </ac:spMkLst>
        </pc:spChg>
        <pc:picChg chg="mod modCrop">
          <ac:chgData name="Luisa Dickenmann" userId="0c0840b0-1ae7-42c8-98b5-b02d8f71a603" providerId="ADAL" clId="{100BBC7B-7ACA-4A4D-BA33-DEF31D162335}" dt="2025-12-08T12:15:32.521" v="408" actId="1076"/>
          <ac:picMkLst>
            <pc:docMk/>
            <pc:sldMk cId="1618141787" sldId="257"/>
            <ac:picMk id="5" creationId="{EAFD7B17-8C63-C633-8D05-E8C5F492CED0}"/>
          </ac:picMkLst>
        </pc:picChg>
        <pc:cxnChg chg="add mod">
          <ac:chgData name="Luisa Dickenmann" userId="0c0840b0-1ae7-42c8-98b5-b02d8f71a603" providerId="ADAL" clId="{100BBC7B-7ACA-4A4D-BA33-DEF31D162335}" dt="2025-12-09T09:09:47.085" v="1335" actId="14100"/>
          <ac:cxnSpMkLst>
            <pc:docMk/>
            <pc:sldMk cId="1618141787" sldId="257"/>
            <ac:cxnSpMk id="7" creationId="{D0163F98-6CDF-4287-2948-EAF8EBED1BD1}"/>
          </ac:cxnSpMkLst>
        </pc:cxnChg>
      </pc:sldChg>
      <pc:sldChg chg="addSp delSp modSp mod">
        <pc:chgData name="Luisa Dickenmann" userId="0c0840b0-1ae7-42c8-98b5-b02d8f71a603" providerId="ADAL" clId="{100BBC7B-7ACA-4A4D-BA33-DEF31D162335}" dt="2025-12-09T12:54:24.701" v="2512" actId="1076"/>
        <pc:sldMkLst>
          <pc:docMk/>
          <pc:sldMk cId="4154756640" sldId="258"/>
        </pc:sldMkLst>
        <pc:spChg chg="mod">
          <ac:chgData name="Luisa Dickenmann" userId="0c0840b0-1ae7-42c8-98b5-b02d8f71a603" providerId="ADAL" clId="{100BBC7B-7ACA-4A4D-BA33-DEF31D162335}" dt="2025-12-09T12:54:07.976" v="2507" actId="20577"/>
          <ac:spMkLst>
            <pc:docMk/>
            <pc:sldMk cId="4154756640" sldId="258"/>
            <ac:spMk id="2" creationId="{DED8D4A8-9316-1F4F-4391-A51F0AE12446}"/>
          </ac:spMkLst>
        </pc:spChg>
        <pc:spChg chg="add mod">
          <ac:chgData name="Luisa Dickenmann" userId="0c0840b0-1ae7-42c8-98b5-b02d8f71a603" providerId="ADAL" clId="{100BBC7B-7ACA-4A4D-BA33-DEF31D162335}" dt="2025-12-09T12:54:24.701" v="2512" actId="1076"/>
          <ac:spMkLst>
            <pc:docMk/>
            <pc:sldMk cId="4154756640" sldId="258"/>
            <ac:spMk id="3" creationId="{7FC9CC8D-5E27-7D11-D30C-DB30F7B517A9}"/>
          </ac:spMkLst>
        </pc:spChg>
        <pc:picChg chg="add del mod ord modCrop">
          <ac:chgData name="Luisa Dickenmann" userId="0c0840b0-1ae7-42c8-98b5-b02d8f71a603" providerId="ADAL" clId="{100BBC7B-7ACA-4A4D-BA33-DEF31D162335}" dt="2025-12-09T12:54:19.475" v="2510" actId="1076"/>
          <ac:picMkLst>
            <pc:docMk/>
            <pc:sldMk cId="4154756640" sldId="258"/>
            <ac:picMk id="12" creationId="{BD49C6AC-C674-843D-C8F1-02241A71B122}"/>
          </ac:picMkLst>
        </pc:picChg>
      </pc:sldChg>
      <pc:sldChg chg="addSp delSp modSp mod">
        <pc:chgData name="Luisa Dickenmann" userId="0c0840b0-1ae7-42c8-98b5-b02d8f71a603" providerId="ADAL" clId="{100BBC7B-7ACA-4A4D-BA33-DEF31D162335}" dt="2025-12-09T12:54:05.970" v="2506" actId="20577"/>
        <pc:sldMkLst>
          <pc:docMk/>
          <pc:sldMk cId="2740833318" sldId="259"/>
        </pc:sldMkLst>
        <pc:spChg chg="mod">
          <ac:chgData name="Luisa Dickenmann" userId="0c0840b0-1ae7-42c8-98b5-b02d8f71a603" providerId="ADAL" clId="{100BBC7B-7ACA-4A4D-BA33-DEF31D162335}" dt="2025-12-09T12:54:05.970" v="2506" actId="20577"/>
          <ac:spMkLst>
            <pc:docMk/>
            <pc:sldMk cId="2740833318" sldId="259"/>
            <ac:spMk id="2" creationId="{EC37FC25-0092-D266-9369-B42C8B0A2DCD}"/>
          </ac:spMkLst>
        </pc:spChg>
        <pc:spChg chg="add mod">
          <ac:chgData name="Luisa Dickenmann" userId="0c0840b0-1ae7-42c8-98b5-b02d8f71a603" providerId="ADAL" clId="{100BBC7B-7ACA-4A4D-BA33-DEF31D162335}" dt="2025-12-09T12:52:31.636" v="2497" actId="1076"/>
          <ac:spMkLst>
            <pc:docMk/>
            <pc:sldMk cId="2740833318" sldId="259"/>
            <ac:spMk id="7" creationId="{48543C4B-69A1-290C-CEFB-6E8DFA1E1BD1}"/>
          </ac:spMkLst>
        </pc:spChg>
        <pc:spChg chg="add mod">
          <ac:chgData name="Luisa Dickenmann" userId="0c0840b0-1ae7-42c8-98b5-b02d8f71a603" providerId="ADAL" clId="{100BBC7B-7ACA-4A4D-BA33-DEF31D162335}" dt="2025-12-09T12:53:52.670" v="2505" actId="20577"/>
          <ac:spMkLst>
            <pc:docMk/>
            <pc:sldMk cId="2740833318" sldId="259"/>
            <ac:spMk id="12" creationId="{86B23E41-3A5D-BCAF-834C-2A32E08422A5}"/>
          </ac:spMkLst>
        </pc:spChg>
        <pc:picChg chg="add mod ord">
          <ac:chgData name="Luisa Dickenmann" userId="0c0840b0-1ae7-42c8-98b5-b02d8f71a603" providerId="ADAL" clId="{100BBC7B-7ACA-4A4D-BA33-DEF31D162335}" dt="2025-12-09T12:50:14.400" v="2444" actId="14100"/>
          <ac:picMkLst>
            <pc:docMk/>
            <pc:sldMk cId="2740833318" sldId="259"/>
            <ac:picMk id="11" creationId="{C5869241-031B-EBB0-A018-4867A27D2D22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08T12:01:51.656" v="165" actId="47"/>
        <pc:sldMkLst>
          <pc:docMk/>
          <pc:sldMk cId="3575966718" sldId="260"/>
        </pc:sldMkLst>
      </pc:sldChg>
      <pc:sldChg chg="addSp delSp modSp new mod modNotesTx">
        <pc:chgData name="Luisa Dickenmann" userId="0c0840b0-1ae7-42c8-98b5-b02d8f71a603" providerId="ADAL" clId="{100BBC7B-7ACA-4A4D-BA33-DEF31D162335}" dt="2025-12-11T16:43:25.318" v="3529" actId="1076"/>
        <pc:sldMkLst>
          <pc:docMk/>
          <pc:sldMk cId="4018528445" sldId="261"/>
        </pc:sldMkLst>
        <pc:spChg chg="mod">
          <ac:chgData name="Luisa Dickenmann" userId="0c0840b0-1ae7-42c8-98b5-b02d8f71a603" providerId="ADAL" clId="{100BBC7B-7ACA-4A4D-BA33-DEF31D162335}" dt="2025-12-08T15:19:29.658" v="815" actId="1076"/>
          <ac:spMkLst>
            <pc:docMk/>
            <pc:sldMk cId="4018528445" sldId="261"/>
            <ac:spMk id="2" creationId="{32D9D9BF-2B66-09AD-138F-36386DDD5CDD}"/>
          </ac:spMkLst>
        </pc:spChg>
        <pc:spChg chg="add mod">
          <ac:chgData name="Luisa Dickenmann" userId="0c0840b0-1ae7-42c8-98b5-b02d8f71a603" providerId="ADAL" clId="{100BBC7B-7ACA-4A4D-BA33-DEF31D162335}" dt="2025-12-09T11:46:50.401" v="2130" actId="1076"/>
          <ac:spMkLst>
            <pc:docMk/>
            <pc:sldMk cId="4018528445" sldId="261"/>
            <ac:spMk id="3" creationId="{3FEE3C62-7A17-B683-8845-1CC05C605A19}"/>
          </ac:spMkLst>
        </pc:spChg>
        <pc:spChg chg="add mod">
          <ac:chgData name="Luisa Dickenmann" userId="0c0840b0-1ae7-42c8-98b5-b02d8f71a603" providerId="ADAL" clId="{100BBC7B-7ACA-4A4D-BA33-DEF31D162335}" dt="2025-12-11T16:43:25.318" v="3529" actId="1076"/>
          <ac:spMkLst>
            <pc:docMk/>
            <pc:sldMk cId="4018528445" sldId="261"/>
            <ac:spMk id="9" creationId="{B0C60FA7-6976-A204-5DB2-FA364834CB49}"/>
          </ac:spMkLst>
        </pc:spChg>
        <pc:spChg chg="add mod">
          <ac:chgData name="Luisa Dickenmann" userId="0c0840b0-1ae7-42c8-98b5-b02d8f71a603" providerId="ADAL" clId="{100BBC7B-7ACA-4A4D-BA33-DEF31D162335}" dt="2025-12-09T11:46:38.154" v="2129" actId="1035"/>
          <ac:spMkLst>
            <pc:docMk/>
            <pc:sldMk cId="4018528445" sldId="261"/>
            <ac:spMk id="11" creationId="{1DE83656-BBCA-820A-78B8-B8825292C4BF}"/>
          </ac:spMkLst>
        </pc:spChg>
        <pc:picChg chg="add mod modCrop">
          <ac:chgData name="Luisa Dickenmann" userId="0c0840b0-1ae7-42c8-98b5-b02d8f71a603" providerId="ADAL" clId="{100BBC7B-7ACA-4A4D-BA33-DEF31D162335}" dt="2025-12-08T15:19:33.932" v="816" actId="1076"/>
          <ac:picMkLst>
            <pc:docMk/>
            <pc:sldMk cId="4018528445" sldId="261"/>
            <ac:picMk id="5" creationId="{C81AF245-CF10-C522-E0CE-18AABCB35AA8}"/>
          </ac:picMkLst>
        </pc:picChg>
        <pc:cxnChg chg="add mod">
          <ac:chgData name="Luisa Dickenmann" userId="0c0840b0-1ae7-42c8-98b5-b02d8f71a603" providerId="ADAL" clId="{100BBC7B-7ACA-4A4D-BA33-DEF31D162335}" dt="2025-12-09T11:46:13.580" v="2103" actId="1076"/>
          <ac:cxnSpMkLst>
            <pc:docMk/>
            <pc:sldMk cId="4018528445" sldId="261"/>
            <ac:cxnSpMk id="10" creationId="{627207B2-C399-F774-B53B-5CE49BA29F56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4:38:07.173" v="2781" actId="1035"/>
        <pc:sldMkLst>
          <pc:docMk/>
          <pc:sldMk cId="2468455985" sldId="262"/>
        </pc:sldMkLst>
        <pc:spChg chg="mod">
          <ac:chgData name="Luisa Dickenmann" userId="0c0840b0-1ae7-42c8-98b5-b02d8f71a603" providerId="ADAL" clId="{100BBC7B-7ACA-4A4D-BA33-DEF31D162335}" dt="2025-12-08T15:19:07.001" v="811" actId="1076"/>
          <ac:spMkLst>
            <pc:docMk/>
            <pc:sldMk cId="2468455985" sldId="262"/>
            <ac:spMk id="2" creationId="{186B59D3-816C-2A57-089A-EA265D288680}"/>
          </ac:spMkLst>
        </pc:spChg>
        <pc:spChg chg="add mod">
          <ac:chgData name="Luisa Dickenmann" userId="0c0840b0-1ae7-42c8-98b5-b02d8f71a603" providerId="ADAL" clId="{100BBC7B-7ACA-4A4D-BA33-DEF31D162335}" dt="2025-12-08T13:50:55.797" v="517" actId="207"/>
          <ac:spMkLst>
            <pc:docMk/>
            <pc:sldMk cId="2468455985" sldId="262"/>
            <ac:spMk id="6" creationId="{85B2C7B7-4BA9-EB08-7CDD-E8CB7044D6E1}"/>
          </ac:spMkLst>
        </pc:spChg>
        <pc:spChg chg="add mod topLvl">
          <ac:chgData name="Luisa Dickenmann" userId="0c0840b0-1ae7-42c8-98b5-b02d8f71a603" providerId="ADAL" clId="{100BBC7B-7ACA-4A4D-BA33-DEF31D162335}" dt="2025-12-09T11:30:36.654" v="2000" actId="165"/>
          <ac:spMkLst>
            <pc:docMk/>
            <pc:sldMk cId="2468455985" sldId="262"/>
            <ac:spMk id="8" creationId="{B4B09F37-05AB-B6E9-E388-410DADB688E9}"/>
          </ac:spMkLst>
        </pc:spChg>
        <pc:spChg chg="mod topLvl">
          <ac:chgData name="Luisa Dickenmann" userId="0c0840b0-1ae7-42c8-98b5-b02d8f71a603" providerId="ADAL" clId="{100BBC7B-7ACA-4A4D-BA33-DEF31D162335}" dt="2025-12-09T11:30:31.462" v="1999" actId="207"/>
          <ac:spMkLst>
            <pc:docMk/>
            <pc:sldMk cId="2468455985" sldId="262"/>
            <ac:spMk id="13" creationId="{2544A9C5-D7E0-7596-44AC-D0B1CF22A9BF}"/>
          </ac:spMkLst>
        </pc:spChg>
        <pc:picChg chg="add mod ord modCrop">
          <ac:chgData name="Luisa Dickenmann" userId="0c0840b0-1ae7-42c8-98b5-b02d8f71a603" providerId="ADAL" clId="{100BBC7B-7ACA-4A4D-BA33-DEF31D162335}" dt="2025-12-09T14:38:07.173" v="2781" actId="1035"/>
          <ac:picMkLst>
            <pc:docMk/>
            <pc:sldMk cId="2468455985" sldId="262"/>
            <ac:picMk id="5" creationId="{73E0993F-5E9C-1D30-1C0B-6E7EB90E7028}"/>
          </ac:picMkLst>
        </pc:picChg>
        <pc:cxnChg chg="add mod topLvl">
          <ac:chgData name="Luisa Dickenmann" userId="0c0840b0-1ae7-42c8-98b5-b02d8f71a603" providerId="ADAL" clId="{100BBC7B-7ACA-4A4D-BA33-DEF31D162335}" dt="2025-12-09T11:30:36.654" v="2000" actId="165"/>
          <ac:cxnSpMkLst>
            <pc:docMk/>
            <pc:sldMk cId="2468455985" sldId="262"/>
            <ac:cxnSpMk id="7" creationId="{19059EA4-2DBF-0663-3CBB-735422399593}"/>
          </ac:cxnSpMkLst>
        </pc:cxnChg>
        <pc:cxnChg chg="mod topLvl">
          <ac:chgData name="Luisa Dickenmann" userId="0c0840b0-1ae7-42c8-98b5-b02d8f71a603" providerId="ADAL" clId="{100BBC7B-7ACA-4A4D-BA33-DEF31D162335}" dt="2025-12-09T11:30:25.490" v="1998" actId="165"/>
          <ac:cxnSpMkLst>
            <pc:docMk/>
            <pc:sldMk cId="2468455985" sldId="262"/>
            <ac:cxnSpMk id="12" creationId="{FCE061F1-94C7-639C-91D4-CFA492EA4128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07:01.476" v="2205" actId="1076"/>
        <pc:sldMkLst>
          <pc:docMk/>
          <pc:sldMk cId="366536072" sldId="263"/>
        </pc:sldMkLst>
        <pc:spChg chg="mod">
          <ac:chgData name="Luisa Dickenmann" userId="0c0840b0-1ae7-42c8-98b5-b02d8f71a603" providerId="ADAL" clId="{100BBC7B-7ACA-4A4D-BA33-DEF31D162335}" dt="2025-12-08T13:51:56.361" v="563" actId="1076"/>
          <ac:spMkLst>
            <pc:docMk/>
            <pc:sldMk cId="366536072" sldId="263"/>
            <ac:spMk id="2" creationId="{B4D941A4-7800-BF6D-3047-19A2F1FFE400}"/>
          </ac:spMkLst>
        </pc:spChg>
        <pc:picChg chg="add mod ord">
          <ac:chgData name="Luisa Dickenmann" userId="0c0840b0-1ae7-42c8-98b5-b02d8f71a603" providerId="ADAL" clId="{100BBC7B-7ACA-4A4D-BA33-DEF31D162335}" dt="2025-12-09T12:06:57.988" v="2204" actId="14100"/>
          <ac:picMkLst>
            <pc:docMk/>
            <pc:sldMk cId="366536072" sldId="263"/>
            <ac:picMk id="9" creationId="{270947E2-94D3-B544-4587-E9882F4D2BAA}"/>
          </ac:picMkLst>
        </pc:picChg>
        <pc:cxnChg chg="add mod">
          <ac:chgData name="Luisa Dickenmann" userId="0c0840b0-1ae7-42c8-98b5-b02d8f71a603" providerId="ADAL" clId="{100BBC7B-7ACA-4A4D-BA33-DEF31D162335}" dt="2025-12-09T12:07:01.476" v="2205" actId="1076"/>
          <ac:cxnSpMkLst>
            <pc:docMk/>
            <pc:sldMk cId="366536072" sldId="263"/>
            <ac:cxnSpMk id="4" creationId="{8E594E9A-0DC9-656A-15F4-E36D519C6094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12:16:17.709" v="2311" actId="1076"/>
        <pc:sldMkLst>
          <pc:docMk/>
          <pc:sldMk cId="1505597422" sldId="264"/>
        </pc:sldMkLst>
        <pc:spChg chg="mod">
          <ac:chgData name="Luisa Dickenmann" userId="0c0840b0-1ae7-42c8-98b5-b02d8f71a603" providerId="ADAL" clId="{100BBC7B-7ACA-4A4D-BA33-DEF31D162335}" dt="2025-12-08T13:53:13.258" v="588" actId="1076"/>
          <ac:spMkLst>
            <pc:docMk/>
            <pc:sldMk cId="1505597422" sldId="264"/>
            <ac:spMk id="2" creationId="{87423E70-6AE2-13AB-B9D6-DFD4DC3807B8}"/>
          </ac:spMkLst>
        </pc:spChg>
        <pc:picChg chg="add mod">
          <ac:chgData name="Luisa Dickenmann" userId="0c0840b0-1ae7-42c8-98b5-b02d8f71a603" providerId="ADAL" clId="{100BBC7B-7ACA-4A4D-BA33-DEF31D162335}" dt="2025-12-09T12:16:17.709" v="2311" actId="1076"/>
          <ac:picMkLst>
            <pc:docMk/>
            <pc:sldMk cId="1505597422" sldId="264"/>
            <ac:picMk id="8" creationId="{4EC47E45-9E07-5478-4A1D-D66819A2391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13:02:44.534" v="2517" actId="1076"/>
        <pc:sldMkLst>
          <pc:docMk/>
          <pc:sldMk cId="1309389261" sldId="265"/>
        </pc:sldMkLst>
        <pc:spChg chg="mod">
          <ac:chgData name="Luisa Dickenmann" userId="0c0840b0-1ae7-42c8-98b5-b02d8f71a603" providerId="ADAL" clId="{100BBC7B-7ACA-4A4D-BA33-DEF31D162335}" dt="2025-12-09T12:55:03.299" v="2514" actId="20577"/>
          <ac:spMkLst>
            <pc:docMk/>
            <pc:sldMk cId="1309389261" sldId="265"/>
            <ac:spMk id="2" creationId="{E5EB79DC-5387-676F-0683-1D49454F40B3}"/>
          </ac:spMkLst>
        </pc:spChg>
        <pc:spChg chg="add mod">
          <ac:chgData name="Luisa Dickenmann" userId="0c0840b0-1ae7-42c8-98b5-b02d8f71a603" providerId="ADAL" clId="{100BBC7B-7ACA-4A4D-BA33-DEF31D162335}" dt="2025-12-09T13:02:44.534" v="2517" actId="1076"/>
          <ac:spMkLst>
            <pc:docMk/>
            <pc:sldMk cId="1309389261" sldId="265"/>
            <ac:spMk id="4" creationId="{1F23F0DC-52E1-09BD-080C-AFC35699FB60}"/>
          </ac:spMkLst>
        </pc:spChg>
        <pc:spChg chg="add mod">
          <ac:chgData name="Luisa Dickenmann" userId="0c0840b0-1ae7-42c8-98b5-b02d8f71a603" providerId="ADAL" clId="{100BBC7B-7ACA-4A4D-BA33-DEF31D162335}" dt="2025-12-09T12:11:42.988" v="2254" actId="1076"/>
          <ac:spMkLst>
            <pc:docMk/>
            <pc:sldMk cId="1309389261" sldId="265"/>
            <ac:spMk id="13" creationId="{57228138-E4A7-851D-FC56-2306BC16034C}"/>
          </ac:spMkLst>
        </pc:spChg>
        <pc:spChg chg="add mod">
          <ac:chgData name="Luisa Dickenmann" userId="0c0840b0-1ae7-42c8-98b5-b02d8f71a603" providerId="ADAL" clId="{100BBC7B-7ACA-4A4D-BA33-DEF31D162335}" dt="2025-12-09T12:11:55.782" v="2258" actId="20577"/>
          <ac:spMkLst>
            <pc:docMk/>
            <pc:sldMk cId="1309389261" sldId="265"/>
            <ac:spMk id="15" creationId="{0923EC24-A6E5-C849-B975-9601C8597CF3}"/>
          </ac:spMkLst>
        </pc:spChg>
        <pc:picChg chg="add mod">
          <ac:chgData name="Luisa Dickenmann" userId="0c0840b0-1ae7-42c8-98b5-b02d8f71a603" providerId="ADAL" clId="{100BBC7B-7ACA-4A4D-BA33-DEF31D162335}" dt="2025-12-09T12:11:08.004" v="2244" actId="1076"/>
          <ac:picMkLst>
            <pc:docMk/>
            <pc:sldMk cId="1309389261" sldId="265"/>
            <ac:picMk id="11" creationId="{44A0C449-8F18-850D-9203-E214A67FEAD7}"/>
          </ac:picMkLst>
        </pc:picChg>
        <pc:cxnChg chg="add mod">
          <ac:chgData name="Luisa Dickenmann" userId="0c0840b0-1ae7-42c8-98b5-b02d8f71a603" providerId="ADAL" clId="{100BBC7B-7ACA-4A4D-BA33-DEF31D162335}" dt="2025-12-09T12:11:23.229" v="2245" actId="1076"/>
          <ac:cxnSpMkLst>
            <pc:docMk/>
            <pc:sldMk cId="1309389261" sldId="265"/>
            <ac:cxnSpMk id="12" creationId="{5982C0FB-D28F-93CA-4DE9-0A62C347B1DA}"/>
          </ac:cxnSpMkLst>
        </pc:cxnChg>
        <pc:cxnChg chg="add mod">
          <ac:chgData name="Luisa Dickenmann" userId="0c0840b0-1ae7-42c8-98b5-b02d8f71a603" providerId="ADAL" clId="{100BBC7B-7ACA-4A4D-BA33-DEF31D162335}" dt="2025-12-09T12:11:53.604" v="2257" actId="1076"/>
          <ac:cxnSpMkLst>
            <pc:docMk/>
            <pc:sldMk cId="1309389261" sldId="265"/>
            <ac:cxnSpMk id="14" creationId="{10EC720A-2AF0-9C6D-6E05-3934CC044EA9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1:33:02.436" v="2013" actId="478"/>
        <pc:sldMkLst>
          <pc:docMk/>
          <pc:sldMk cId="522262804" sldId="266"/>
        </pc:sldMkLst>
        <pc:spChg chg="mod">
          <ac:chgData name="Luisa Dickenmann" userId="0c0840b0-1ae7-42c8-98b5-b02d8f71a603" providerId="ADAL" clId="{100BBC7B-7ACA-4A4D-BA33-DEF31D162335}" dt="2025-12-08T15:19:02.474" v="810" actId="1076"/>
          <ac:spMkLst>
            <pc:docMk/>
            <pc:sldMk cId="522262804" sldId="266"/>
            <ac:spMk id="2" creationId="{88E45658-7DE4-99A0-DD6E-14745BC00932}"/>
          </ac:spMkLst>
        </pc:spChg>
        <pc:spChg chg="add mod">
          <ac:chgData name="Luisa Dickenmann" userId="0c0840b0-1ae7-42c8-98b5-b02d8f71a603" providerId="ADAL" clId="{100BBC7B-7ACA-4A4D-BA33-DEF31D162335}" dt="2025-12-09T11:32:28.788" v="2004" actId="1076"/>
          <ac:spMkLst>
            <pc:docMk/>
            <pc:sldMk cId="522262804" sldId="266"/>
            <ac:spMk id="5" creationId="{0B94D3B1-D2D1-C219-BFFD-F4DB6DC8B9BB}"/>
          </ac:spMkLst>
        </pc:spChg>
        <pc:spChg chg="add mod">
          <ac:chgData name="Luisa Dickenmann" userId="0c0840b0-1ae7-42c8-98b5-b02d8f71a603" providerId="ADAL" clId="{100BBC7B-7ACA-4A4D-BA33-DEF31D162335}" dt="2025-12-08T13:51:08.123" v="525" actId="1076"/>
          <ac:spMkLst>
            <pc:docMk/>
            <pc:sldMk cId="522262804" sldId="266"/>
            <ac:spMk id="6" creationId="{BC044F4B-72E6-AB1B-4698-07642C2B12A6}"/>
          </ac:spMkLst>
        </pc:spChg>
        <pc:spChg chg="add mod">
          <ac:chgData name="Luisa Dickenmann" userId="0c0840b0-1ae7-42c8-98b5-b02d8f71a603" providerId="ADAL" clId="{100BBC7B-7ACA-4A4D-BA33-DEF31D162335}" dt="2025-12-09T11:32:33.736" v="2006" actId="1076"/>
          <ac:spMkLst>
            <pc:docMk/>
            <pc:sldMk cId="522262804" sldId="266"/>
            <ac:spMk id="8" creationId="{47F509E7-DF81-6201-EAEF-76C19805D2B3}"/>
          </ac:spMkLst>
        </pc:spChg>
        <pc:spChg chg="add mod">
          <ac:chgData name="Luisa Dickenmann" userId="0c0840b0-1ae7-42c8-98b5-b02d8f71a603" providerId="ADAL" clId="{100BBC7B-7ACA-4A4D-BA33-DEF31D162335}" dt="2025-12-09T11:32:53.302" v="2012" actId="1076"/>
          <ac:spMkLst>
            <pc:docMk/>
            <pc:sldMk cId="522262804" sldId="266"/>
            <ac:spMk id="11" creationId="{925679F4-CF01-D594-4512-3725711039C9}"/>
          </ac:spMkLst>
        </pc:spChg>
        <pc:picChg chg="add mod modCrop">
          <ac:chgData name="Luisa Dickenmann" userId="0c0840b0-1ae7-42c8-98b5-b02d8f71a603" providerId="ADAL" clId="{100BBC7B-7ACA-4A4D-BA33-DEF31D162335}" dt="2025-12-09T11:32:46.789" v="2011" actId="1076"/>
          <ac:picMkLst>
            <pc:docMk/>
            <pc:sldMk cId="522262804" sldId="266"/>
            <ac:picMk id="10" creationId="{8BA279B2-C990-BC1D-5784-CB13A3FEFDBE}"/>
          </ac:picMkLst>
        </pc:picChg>
        <pc:cxnChg chg="add mod">
          <ac:chgData name="Luisa Dickenmann" userId="0c0840b0-1ae7-42c8-98b5-b02d8f71a603" providerId="ADAL" clId="{100BBC7B-7ACA-4A4D-BA33-DEF31D162335}" dt="2025-12-09T11:32:28.788" v="2004" actId="1076"/>
          <ac:cxnSpMkLst>
            <pc:docMk/>
            <pc:sldMk cId="522262804" sldId="266"/>
            <ac:cxnSpMk id="4" creationId="{799FF156-1706-02AD-E8DE-8029EE35527A}"/>
          </ac:cxnSpMkLst>
        </pc:cxnChg>
        <pc:cxnChg chg="add mod">
          <ac:chgData name="Luisa Dickenmann" userId="0c0840b0-1ae7-42c8-98b5-b02d8f71a603" providerId="ADAL" clId="{100BBC7B-7ACA-4A4D-BA33-DEF31D162335}" dt="2025-12-09T11:32:33.736" v="2006" actId="1076"/>
          <ac:cxnSpMkLst>
            <pc:docMk/>
            <pc:sldMk cId="522262804" sldId="266"/>
            <ac:cxnSpMk id="7" creationId="{EF7AD5F4-45BE-97EA-56EB-EB3658392A22}"/>
          </ac:cxnSpMkLst>
        </pc:cxnChg>
        <pc:cxnChg chg="add mod">
          <ac:chgData name="Luisa Dickenmann" userId="0c0840b0-1ae7-42c8-98b5-b02d8f71a603" providerId="ADAL" clId="{100BBC7B-7ACA-4A4D-BA33-DEF31D162335}" dt="2025-12-09T11:32:42.005" v="2009" actId="14100"/>
          <ac:cxnSpMkLst>
            <pc:docMk/>
            <pc:sldMk cId="522262804" sldId="266"/>
            <ac:cxnSpMk id="9" creationId="{9856D891-6E77-53B9-A5ED-9F3C0CB4763A}"/>
          </ac:cxnSpMkLst>
        </pc:cxnChg>
      </pc:sldChg>
      <pc:sldChg chg="addSp delSp modSp new mod ord">
        <pc:chgData name="Luisa Dickenmann" userId="0c0840b0-1ae7-42c8-98b5-b02d8f71a603" providerId="ADAL" clId="{100BBC7B-7ACA-4A4D-BA33-DEF31D162335}" dt="2025-12-09T09:31:08.345" v="1400" actId="1076"/>
        <pc:sldMkLst>
          <pc:docMk/>
          <pc:sldMk cId="71374995" sldId="267"/>
        </pc:sldMkLst>
        <pc:spChg chg="mod">
          <ac:chgData name="Luisa Dickenmann" userId="0c0840b0-1ae7-42c8-98b5-b02d8f71a603" providerId="ADAL" clId="{100BBC7B-7ACA-4A4D-BA33-DEF31D162335}" dt="2025-12-08T15:01:08.428" v="754" actId="1076"/>
          <ac:spMkLst>
            <pc:docMk/>
            <pc:sldMk cId="71374995" sldId="267"/>
            <ac:spMk id="2" creationId="{3924B841-9362-0383-46CC-CFFBEFEFB90A}"/>
          </ac:spMkLst>
        </pc:spChg>
        <pc:picChg chg="add mod">
          <ac:chgData name="Luisa Dickenmann" userId="0c0840b0-1ae7-42c8-98b5-b02d8f71a603" providerId="ADAL" clId="{100BBC7B-7ACA-4A4D-BA33-DEF31D162335}" dt="2025-12-09T09:31:08.345" v="1400" actId="1076"/>
          <ac:picMkLst>
            <pc:docMk/>
            <pc:sldMk cId="71374995" sldId="267"/>
            <ac:picMk id="8" creationId="{A4EBBA57-7401-0BD7-B240-3C16D4D8B1E9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26.620" v="1389"/>
        <pc:sldMkLst>
          <pc:docMk/>
          <pc:sldMk cId="1284769585" sldId="268"/>
        </pc:sldMkLst>
        <pc:spChg chg="mod">
          <ac:chgData name="Luisa Dickenmann" userId="0c0840b0-1ae7-42c8-98b5-b02d8f71a603" providerId="ADAL" clId="{100BBC7B-7ACA-4A4D-BA33-DEF31D162335}" dt="2025-12-08T14:24:36.668" v="735" actId="1076"/>
          <ac:spMkLst>
            <pc:docMk/>
            <pc:sldMk cId="1284769585" sldId="268"/>
            <ac:spMk id="2" creationId="{26A2107B-1EA8-BA64-B10E-8A0B8E21FB4C}"/>
          </ac:spMkLst>
        </pc:spChg>
        <pc:picChg chg="add mod">
          <ac:chgData name="Luisa Dickenmann" userId="0c0840b0-1ae7-42c8-98b5-b02d8f71a603" providerId="ADAL" clId="{100BBC7B-7ACA-4A4D-BA33-DEF31D162335}" dt="2025-12-08T14:46:25.582" v="748" actId="14100"/>
          <ac:picMkLst>
            <pc:docMk/>
            <pc:sldMk cId="1284769585" sldId="268"/>
            <ac:picMk id="18" creationId="{46EE900A-3FC4-6135-E0EC-34BB7B49279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6:55.622" v="1385" actId="1076"/>
        <pc:sldMkLst>
          <pc:docMk/>
          <pc:sldMk cId="1264928361" sldId="269"/>
        </pc:sldMkLst>
        <pc:spChg chg="add mod">
          <ac:chgData name="Luisa Dickenmann" userId="0c0840b0-1ae7-42c8-98b5-b02d8f71a603" providerId="ADAL" clId="{100BBC7B-7ACA-4A4D-BA33-DEF31D162335}" dt="2025-12-08T15:17:39.682" v="792" actId="1076"/>
          <ac:spMkLst>
            <pc:docMk/>
            <pc:sldMk cId="1264928361" sldId="269"/>
            <ac:spMk id="4" creationId="{C2C95541-CA90-A88F-7649-31BAE83914A4}"/>
          </ac:spMkLst>
        </pc:spChg>
        <pc:picChg chg="add mod">
          <ac:chgData name="Luisa Dickenmann" userId="0c0840b0-1ae7-42c8-98b5-b02d8f71a603" providerId="ADAL" clId="{100BBC7B-7ACA-4A4D-BA33-DEF31D162335}" dt="2025-12-09T09:26:55.622" v="1385" actId="1076"/>
          <ac:picMkLst>
            <pc:docMk/>
            <pc:sldMk cId="1264928361" sldId="269"/>
            <ac:picMk id="7" creationId="{DCFA758F-D810-5393-BA80-278AA366BAC3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8T16:21:56.700" v="933" actId="478"/>
        <pc:sldMkLst>
          <pc:docMk/>
          <pc:sldMk cId="2413059109" sldId="270"/>
        </pc:sldMkLst>
        <pc:spChg chg="add mod">
          <ac:chgData name="Luisa Dickenmann" userId="0c0840b0-1ae7-42c8-98b5-b02d8f71a603" providerId="ADAL" clId="{100BBC7B-7ACA-4A4D-BA33-DEF31D162335}" dt="2025-12-08T15:42:29.661" v="850" actId="1076"/>
          <ac:spMkLst>
            <pc:docMk/>
            <pc:sldMk cId="2413059109" sldId="270"/>
            <ac:spMk id="4" creationId="{F351BBFA-4D62-6F56-D9B2-084422C226AB}"/>
          </ac:spMkLst>
        </pc:spChg>
        <pc:picChg chg="add del mod">
          <ac:chgData name="Luisa Dickenmann" userId="0c0840b0-1ae7-42c8-98b5-b02d8f71a603" providerId="ADAL" clId="{100BBC7B-7ACA-4A4D-BA33-DEF31D162335}" dt="2025-12-08T16:21:56.700" v="933" actId="478"/>
          <ac:picMkLst>
            <pc:docMk/>
            <pc:sldMk cId="2413059109" sldId="270"/>
            <ac:picMk id="10" creationId="{EA175353-6AD5-76CA-2329-CCA6E2F2F8DA}"/>
          </ac:picMkLst>
        </pc:picChg>
      </pc:sldChg>
      <pc:sldChg chg="addSp delSp modSp new mod ord">
        <pc:chgData name="Luisa Dickenmann" userId="0c0840b0-1ae7-42c8-98b5-b02d8f71a603" providerId="ADAL" clId="{100BBC7B-7ACA-4A4D-BA33-DEF31D162335}" dt="2025-12-09T09:27:10.337" v="1387" actId="14100"/>
        <pc:sldMkLst>
          <pc:docMk/>
          <pc:sldMk cId="985959284" sldId="271"/>
        </pc:sldMkLst>
        <pc:spChg chg="mod">
          <ac:chgData name="Luisa Dickenmann" userId="0c0840b0-1ae7-42c8-98b5-b02d8f71a603" providerId="ADAL" clId="{100BBC7B-7ACA-4A4D-BA33-DEF31D162335}" dt="2025-12-08T15:11:51.465" v="783" actId="1076"/>
          <ac:spMkLst>
            <pc:docMk/>
            <pc:sldMk cId="985959284" sldId="271"/>
            <ac:spMk id="2" creationId="{168C75FB-2C6E-BD4A-0495-ABAEC6CE37D7}"/>
          </ac:spMkLst>
        </pc:spChg>
        <pc:picChg chg="add mod">
          <ac:chgData name="Luisa Dickenmann" userId="0c0840b0-1ae7-42c8-98b5-b02d8f71a603" providerId="ADAL" clId="{100BBC7B-7ACA-4A4D-BA33-DEF31D162335}" dt="2025-12-09T09:27:10.337" v="1387" actId="14100"/>
          <ac:picMkLst>
            <pc:docMk/>
            <pc:sldMk cId="985959284" sldId="271"/>
            <ac:picMk id="5" creationId="{6226C969-854B-D7FD-DFE0-FB7D108928AD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12T09:54:14.818" v="4039" actId="1076"/>
        <pc:sldMkLst>
          <pc:docMk/>
          <pc:sldMk cId="4087577250" sldId="272"/>
        </pc:sldMkLst>
        <pc:spChg chg="mod">
          <ac:chgData name="Luisa Dickenmann" userId="0c0840b0-1ae7-42c8-98b5-b02d8f71a603" providerId="ADAL" clId="{100BBC7B-7ACA-4A4D-BA33-DEF31D162335}" dt="2025-12-08T16:17:02.582" v="897" actId="14100"/>
          <ac:spMkLst>
            <pc:docMk/>
            <pc:sldMk cId="4087577250" sldId="272"/>
            <ac:spMk id="2" creationId="{DBBAC9F3-8100-D77A-023E-C972C89795AC}"/>
          </ac:spMkLst>
        </pc:spChg>
        <pc:spChg chg="add mod">
          <ac:chgData name="Luisa Dickenmann" userId="0c0840b0-1ae7-42c8-98b5-b02d8f71a603" providerId="ADAL" clId="{100BBC7B-7ACA-4A4D-BA33-DEF31D162335}" dt="2025-12-12T09:54:14.818" v="4039" actId="1076"/>
          <ac:spMkLst>
            <pc:docMk/>
            <pc:sldMk cId="4087577250" sldId="272"/>
            <ac:spMk id="3" creationId="{C4409357-62AB-C53D-577F-0FF4CFF2F18D}"/>
          </ac:spMkLst>
        </pc:spChg>
        <pc:spChg chg="add mod">
          <ac:chgData name="Luisa Dickenmann" userId="0c0840b0-1ae7-42c8-98b5-b02d8f71a603" providerId="ADAL" clId="{100BBC7B-7ACA-4A4D-BA33-DEF31D162335}" dt="2025-12-12T09:54:11.814" v="4038" actId="1582"/>
          <ac:spMkLst>
            <pc:docMk/>
            <pc:sldMk cId="4087577250" sldId="272"/>
            <ac:spMk id="4" creationId="{79AA551E-FA63-960E-F087-D4304A8C24A0}"/>
          </ac:spMkLst>
        </pc:spChg>
        <pc:spChg chg="add mod">
          <ac:chgData name="Luisa Dickenmann" userId="0c0840b0-1ae7-42c8-98b5-b02d8f71a603" providerId="ADAL" clId="{100BBC7B-7ACA-4A4D-BA33-DEF31D162335}" dt="2025-12-09T10:11:04.800" v="1487" actId="20577"/>
          <ac:spMkLst>
            <pc:docMk/>
            <pc:sldMk cId="4087577250" sldId="272"/>
            <ac:spMk id="6" creationId="{C5012472-E3FE-9887-B742-0271FEB26237}"/>
          </ac:spMkLst>
        </pc:spChg>
        <pc:picChg chg="add mod modCrop">
          <ac:chgData name="Luisa Dickenmann" userId="0c0840b0-1ae7-42c8-98b5-b02d8f71a603" providerId="ADAL" clId="{100BBC7B-7ACA-4A4D-BA33-DEF31D162335}" dt="2025-12-09T10:11:14.408" v="1488" actId="732"/>
          <ac:picMkLst>
            <pc:docMk/>
            <pc:sldMk cId="4087577250" sldId="272"/>
            <ac:picMk id="5" creationId="{88AB1702-AC8E-BCAE-24FC-C14A03615DD3}"/>
          </ac:picMkLst>
        </pc:picChg>
      </pc:sldChg>
      <pc:sldChg chg="addSp delSp modSp new del mod">
        <pc:chgData name="Luisa Dickenmann" userId="0c0840b0-1ae7-42c8-98b5-b02d8f71a603" providerId="ADAL" clId="{100BBC7B-7ACA-4A4D-BA33-DEF31D162335}" dt="2025-12-11T16:47:40.889" v="3766" actId="47"/>
        <pc:sldMkLst>
          <pc:docMk/>
          <pc:sldMk cId="1622543642" sldId="273"/>
        </pc:sldMkLst>
      </pc:sldChg>
      <pc:sldChg chg="addSp delSp modSp new del mod">
        <pc:chgData name="Luisa Dickenmann" userId="0c0840b0-1ae7-42c8-98b5-b02d8f71a603" providerId="ADAL" clId="{100BBC7B-7ACA-4A4D-BA33-DEF31D162335}" dt="2025-12-11T16:48:37.120" v="3799" actId="47"/>
        <pc:sldMkLst>
          <pc:docMk/>
          <pc:sldMk cId="4222636709" sldId="274"/>
        </pc:sldMkLst>
      </pc:sldChg>
      <pc:sldChg chg="addSp delSp modSp new mod">
        <pc:chgData name="Luisa Dickenmann" userId="0c0840b0-1ae7-42c8-98b5-b02d8f71a603" providerId="ADAL" clId="{100BBC7B-7ACA-4A4D-BA33-DEF31D162335}" dt="2025-12-09T11:50:47.749" v="2144" actId="692"/>
        <pc:sldMkLst>
          <pc:docMk/>
          <pc:sldMk cId="3321713989" sldId="275"/>
        </pc:sldMkLst>
        <pc:spChg chg="mod">
          <ac:chgData name="Luisa Dickenmann" userId="0c0840b0-1ae7-42c8-98b5-b02d8f71a603" providerId="ADAL" clId="{100BBC7B-7ACA-4A4D-BA33-DEF31D162335}" dt="2025-12-09T11:39:57.614" v="2097" actId="1038"/>
          <ac:spMkLst>
            <pc:docMk/>
            <pc:sldMk cId="3321713989" sldId="275"/>
            <ac:spMk id="2" creationId="{2309895B-F36B-0FE8-66E4-57C233A9ABD4}"/>
          </ac:spMkLst>
        </pc:spChg>
        <pc:picChg chg="add mod">
          <ac:chgData name="Luisa Dickenmann" userId="0c0840b0-1ae7-42c8-98b5-b02d8f71a603" providerId="ADAL" clId="{100BBC7B-7ACA-4A4D-BA33-DEF31D162335}" dt="2025-12-09T11:50:08.968" v="2140" actId="14100"/>
          <ac:picMkLst>
            <pc:docMk/>
            <pc:sldMk cId="3321713989" sldId="275"/>
            <ac:picMk id="9" creationId="{E9D7C26D-A23C-D424-F674-5FE3142C3DDD}"/>
          </ac:picMkLst>
        </pc:picChg>
        <pc:cxnChg chg="add mod">
          <ac:chgData name="Luisa Dickenmann" userId="0c0840b0-1ae7-42c8-98b5-b02d8f71a603" providerId="ADAL" clId="{100BBC7B-7ACA-4A4D-BA33-DEF31D162335}" dt="2025-12-09T11:50:47.749" v="2144" actId="692"/>
          <ac:cxnSpMkLst>
            <pc:docMk/>
            <pc:sldMk cId="3321713989" sldId="275"/>
            <ac:cxnSpMk id="11" creationId="{B145E7EB-00AB-0A3C-462D-869596290F9D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01:57.195" v="2194" actId="1076"/>
        <pc:sldMkLst>
          <pc:docMk/>
          <pc:sldMk cId="4221340399" sldId="276"/>
        </pc:sldMkLst>
        <pc:spChg chg="mod">
          <ac:chgData name="Luisa Dickenmann" userId="0c0840b0-1ae7-42c8-98b5-b02d8f71a603" providerId="ADAL" clId="{100BBC7B-7ACA-4A4D-BA33-DEF31D162335}" dt="2025-12-09T11:51:35.474" v="2178" actId="1076"/>
          <ac:spMkLst>
            <pc:docMk/>
            <pc:sldMk cId="4221340399" sldId="276"/>
            <ac:spMk id="2" creationId="{331E21EA-EC58-E43B-46B6-72D5584F9856}"/>
          </ac:spMkLst>
        </pc:spChg>
        <pc:spChg chg="add mod">
          <ac:chgData name="Luisa Dickenmann" userId="0c0840b0-1ae7-42c8-98b5-b02d8f71a603" providerId="ADAL" clId="{100BBC7B-7ACA-4A4D-BA33-DEF31D162335}" dt="2025-12-09T12:01:57.195" v="2194" actId="1076"/>
          <ac:spMkLst>
            <pc:docMk/>
            <pc:sldMk cId="4221340399" sldId="276"/>
            <ac:spMk id="11" creationId="{3E6EA98B-C626-6AC0-4F03-A613577D5935}"/>
          </ac:spMkLst>
        </pc:spChg>
        <pc:spChg chg="add mod">
          <ac:chgData name="Luisa Dickenmann" userId="0c0840b0-1ae7-42c8-98b5-b02d8f71a603" providerId="ADAL" clId="{100BBC7B-7ACA-4A4D-BA33-DEF31D162335}" dt="2025-12-09T12:01:54.163" v="2193" actId="1076"/>
          <ac:spMkLst>
            <pc:docMk/>
            <pc:sldMk cId="4221340399" sldId="276"/>
            <ac:spMk id="14" creationId="{392A4E8F-20B8-D1CF-298E-3001E437C6C5}"/>
          </ac:spMkLst>
        </pc:spChg>
        <pc:picChg chg="add mod">
          <ac:chgData name="Luisa Dickenmann" userId="0c0840b0-1ae7-42c8-98b5-b02d8f71a603" providerId="ADAL" clId="{100BBC7B-7ACA-4A4D-BA33-DEF31D162335}" dt="2025-12-09T12:01:15.243" v="2184" actId="1076"/>
          <ac:picMkLst>
            <pc:docMk/>
            <pc:sldMk cId="4221340399" sldId="276"/>
            <ac:picMk id="9" creationId="{FA0D3437-97B6-1053-8FD3-9E66A7F8235A}"/>
          </ac:picMkLst>
        </pc:picChg>
        <pc:cxnChg chg="add mod">
          <ac:chgData name="Luisa Dickenmann" userId="0c0840b0-1ae7-42c8-98b5-b02d8f71a603" providerId="ADAL" clId="{100BBC7B-7ACA-4A4D-BA33-DEF31D162335}" dt="2025-12-09T12:01:57.195" v="2194" actId="1076"/>
          <ac:cxnSpMkLst>
            <pc:docMk/>
            <pc:sldMk cId="4221340399" sldId="276"/>
            <ac:cxnSpMk id="10" creationId="{21E77FB2-79EE-9075-C06A-8515F77F5B87}"/>
          </ac:cxnSpMkLst>
        </pc:cxnChg>
        <pc:cxnChg chg="add mod">
          <ac:chgData name="Luisa Dickenmann" userId="0c0840b0-1ae7-42c8-98b5-b02d8f71a603" providerId="ADAL" clId="{100BBC7B-7ACA-4A4D-BA33-DEF31D162335}" dt="2025-12-09T12:01:54.163" v="2193" actId="1076"/>
          <ac:cxnSpMkLst>
            <pc:docMk/>
            <pc:sldMk cId="4221340399" sldId="276"/>
            <ac:cxnSpMk id="13" creationId="{87C6D792-97FC-FD07-3960-989C62EBBECF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09T12:12:55.315" v="2264" actId="1076"/>
        <pc:sldMkLst>
          <pc:docMk/>
          <pc:sldMk cId="2763315938" sldId="277"/>
        </pc:sldMkLst>
        <pc:spChg chg="mod">
          <ac:chgData name="Luisa Dickenmann" userId="0c0840b0-1ae7-42c8-98b5-b02d8f71a603" providerId="ADAL" clId="{100BBC7B-7ACA-4A4D-BA33-DEF31D162335}" dt="2025-12-09T12:09:16.964" v="2237" actId="1076"/>
          <ac:spMkLst>
            <pc:docMk/>
            <pc:sldMk cId="2763315938" sldId="277"/>
            <ac:spMk id="2" creationId="{971A7E35-F3A7-7E5B-ED8A-FA3BA661E53E}"/>
          </ac:spMkLst>
        </pc:spChg>
        <pc:picChg chg="add mod">
          <ac:chgData name="Luisa Dickenmann" userId="0c0840b0-1ae7-42c8-98b5-b02d8f71a603" providerId="ADAL" clId="{100BBC7B-7ACA-4A4D-BA33-DEF31D162335}" dt="2025-12-09T12:12:55.315" v="2264" actId="1076"/>
          <ac:picMkLst>
            <pc:docMk/>
            <pc:sldMk cId="2763315938" sldId="277"/>
            <ac:picMk id="5" creationId="{2D2CC6DF-5B3C-EB76-C731-64BD8A77302C}"/>
          </ac:picMkLst>
        </pc:picChg>
      </pc:sldChg>
      <pc:sldChg chg="addSp delSp modSp new mod">
        <pc:chgData name="Luisa Dickenmann" userId="0c0840b0-1ae7-42c8-98b5-b02d8f71a603" providerId="ADAL" clId="{100BBC7B-7ACA-4A4D-BA33-DEF31D162335}" dt="2025-12-09T12:14:44.316" v="2300" actId="14100"/>
        <pc:sldMkLst>
          <pc:docMk/>
          <pc:sldMk cId="1459603130" sldId="278"/>
        </pc:sldMkLst>
        <pc:spChg chg="mod">
          <ac:chgData name="Luisa Dickenmann" userId="0c0840b0-1ae7-42c8-98b5-b02d8f71a603" providerId="ADAL" clId="{100BBC7B-7ACA-4A4D-BA33-DEF31D162335}" dt="2025-12-09T12:14:35.059" v="2297" actId="1076"/>
          <ac:spMkLst>
            <pc:docMk/>
            <pc:sldMk cId="1459603130" sldId="278"/>
            <ac:spMk id="2" creationId="{54C10286-6041-399A-065F-9CA72ED989EA}"/>
          </ac:spMkLst>
        </pc:spChg>
        <pc:picChg chg="add mod">
          <ac:chgData name="Luisa Dickenmann" userId="0c0840b0-1ae7-42c8-98b5-b02d8f71a603" providerId="ADAL" clId="{100BBC7B-7ACA-4A4D-BA33-DEF31D162335}" dt="2025-12-09T12:14:44.316" v="2300" actId="14100"/>
          <ac:picMkLst>
            <pc:docMk/>
            <pc:sldMk cId="1459603130" sldId="278"/>
            <ac:picMk id="9" creationId="{463E4468-FDCA-104C-62BA-3B778918FA92}"/>
          </ac:picMkLst>
        </pc:picChg>
      </pc:sldChg>
      <pc:sldChg chg="modSp new mod">
        <pc:chgData name="Luisa Dickenmann" userId="0c0840b0-1ae7-42c8-98b5-b02d8f71a603" providerId="ADAL" clId="{100BBC7B-7ACA-4A4D-BA33-DEF31D162335}" dt="2025-12-09T13:16:24.212" v="2617" actId="20577"/>
        <pc:sldMkLst>
          <pc:docMk/>
          <pc:sldMk cId="200535796" sldId="279"/>
        </pc:sldMkLst>
        <pc:spChg chg="mod">
          <ac:chgData name="Luisa Dickenmann" userId="0c0840b0-1ae7-42c8-98b5-b02d8f71a603" providerId="ADAL" clId="{100BBC7B-7ACA-4A4D-BA33-DEF31D162335}" dt="2025-12-09T13:16:12.393" v="2571" actId="20577"/>
          <ac:spMkLst>
            <pc:docMk/>
            <pc:sldMk cId="200535796" sldId="279"/>
            <ac:spMk id="2" creationId="{F4E77790-0A48-B0C3-E2DE-563D31F33DAB}"/>
          </ac:spMkLst>
        </pc:spChg>
        <pc:spChg chg="mod">
          <ac:chgData name="Luisa Dickenmann" userId="0c0840b0-1ae7-42c8-98b5-b02d8f71a603" providerId="ADAL" clId="{100BBC7B-7ACA-4A4D-BA33-DEF31D162335}" dt="2025-12-09T13:16:24.212" v="2617" actId="20577"/>
          <ac:spMkLst>
            <pc:docMk/>
            <pc:sldMk cId="200535796" sldId="279"/>
            <ac:spMk id="3" creationId="{B4892CD5-BA4F-A107-6E44-94C41B70BB93}"/>
          </ac:spMkLst>
        </pc:spChg>
      </pc:sldChg>
      <pc:sldChg chg="addSp modSp new mod">
        <pc:chgData name="Luisa Dickenmann" userId="0c0840b0-1ae7-42c8-98b5-b02d8f71a603" providerId="ADAL" clId="{100BBC7B-7ACA-4A4D-BA33-DEF31D162335}" dt="2025-12-09T13:19:06.017" v="2779" actId="1076"/>
        <pc:sldMkLst>
          <pc:docMk/>
          <pc:sldMk cId="2235722807" sldId="280"/>
        </pc:sldMkLst>
        <pc:spChg chg="mod">
          <ac:chgData name="Luisa Dickenmann" userId="0c0840b0-1ae7-42c8-98b5-b02d8f71a603" providerId="ADAL" clId="{100BBC7B-7ACA-4A4D-BA33-DEF31D162335}" dt="2025-12-09T13:17:19.282" v="2650" actId="20577"/>
          <ac:spMkLst>
            <pc:docMk/>
            <pc:sldMk cId="2235722807" sldId="280"/>
            <ac:spMk id="2" creationId="{7B8526B4-C28B-9F40-11FC-0C82F8F92148}"/>
          </ac:spMkLst>
        </pc:spChg>
        <pc:spChg chg="mod">
          <ac:chgData name="Luisa Dickenmann" userId="0c0840b0-1ae7-42c8-98b5-b02d8f71a603" providerId="ADAL" clId="{100BBC7B-7ACA-4A4D-BA33-DEF31D162335}" dt="2025-12-09T13:19:03.411" v="2777" actId="20577"/>
          <ac:spMkLst>
            <pc:docMk/>
            <pc:sldMk cId="2235722807" sldId="280"/>
            <ac:spMk id="3" creationId="{F604B187-7D1D-6C91-8666-FC9DB4E0FC90}"/>
          </ac:spMkLst>
        </pc:spChg>
        <pc:picChg chg="add mod">
          <ac:chgData name="Luisa Dickenmann" userId="0c0840b0-1ae7-42c8-98b5-b02d8f71a603" providerId="ADAL" clId="{100BBC7B-7ACA-4A4D-BA33-DEF31D162335}" dt="2025-12-09T13:19:06.017" v="2779" actId="1076"/>
          <ac:picMkLst>
            <pc:docMk/>
            <pc:sldMk cId="2235722807" sldId="280"/>
            <ac:picMk id="5" creationId="{A3C27B33-D24F-727E-2389-C5F17212B789}"/>
          </ac:picMkLst>
        </pc:picChg>
      </pc:sldChg>
      <pc:sldChg chg="addSp delSp modSp new mod modNotesTx">
        <pc:chgData name="Luisa Dickenmann" userId="0c0840b0-1ae7-42c8-98b5-b02d8f71a603" providerId="ADAL" clId="{100BBC7B-7ACA-4A4D-BA33-DEF31D162335}" dt="2025-12-11T16:50:14.011" v="3816" actId="1076"/>
        <pc:sldMkLst>
          <pc:docMk/>
          <pc:sldMk cId="1520243702" sldId="281"/>
        </pc:sldMkLst>
        <pc:spChg chg="mod">
          <ac:chgData name="Luisa Dickenmann" userId="0c0840b0-1ae7-42c8-98b5-b02d8f71a603" providerId="ADAL" clId="{100BBC7B-7ACA-4A4D-BA33-DEF31D162335}" dt="2025-12-11T16:50:01.169" v="3812" actId="1076"/>
          <ac:spMkLst>
            <pc:docMk/>
            <pc:sldMk cId="1520243702" sldId="281"/>
            <ac:spMk id="2" creationId="{D4D7EE4B-07AE-A580-2F47-92BB4583481C}"/>
          </ac:spMkLst>
        </pc:spChg>
        <pc:spChg chg="add mod">
          <ac:chgData name="Luisa Dickenmann" userId="0c0840b0-1ae7-42c8-98b5-b02d8f71a603" providerId="ADAL" clId="{100BBC7B-7ACA-4A4D-BA33-DEF31D162335}" dt="2025-12-11T16:50:14.011" v="3816" actId="1076"/>
          <ac:spMkLst>
            <pc:docMk/>
            <pc:sldMk cId="1520243702" sldId="281"/>
            <ac:spMk id="7" creationId="{CB172020-44E6-DE5B-B25B-D5496F6A2FBE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8" creationId="{773C7F82-E832-0C7D-BDE0-799839FE8646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18" creationId="{AFDA960C-4FF0-9727-FDC7-DEC5A1B3D69A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0" creationId="{76CE414E-3410-1510-03EE-285BDB52B742}"/>
          </ac:spMkLst>
        </pc:spChg>
        <pc:spChg chg="add mod">
          <ac:chgData name="Luisa Dickenmann" userId="0c0840b0-1ae7-42c8-98b5-b02d8f71a603" providerId="ADAL" clId="{100BBC7B-7ACA-4A4D-BA33-DEF31D162335}" dt="2025-12-11T14:17:03.210" v="2958" actId="164"/>
          <ac:spMkLst>
            <pc:docMk/>
            <pc:sldMk cId="1520243702" sldId="281"/>
            <ac:spMk id="22" creationId="{110BF767-68F0-A2DB-F5BC-1D0E94E05BEB}"/>
          </ac:spMkLst>
        </pc:spChg>
        <pc:spChg chg="add mod">
          <ac:chgData name="Luisa Dickenmann" userId="0c0840b0-1ae7-42c8-98b5-b02d8f71a603" providerId="ADAL" clId="{100BBC7B-7ACA-4A4D-BA33-DEF31D162335}" dt="2025-12-11T16:20:01.137" v="3122" actId="20577"/>
          <ac:spMkLst>
            <pc:docMk/>
            <pc:sldMk cId="1520243702" sldId="281"/>
            <ac:spMk id="45" creationId="{BBE91596-867D-B142-F93D-2DF48B8D6254}"/>
          </ac:spMkLst>
        </pc:spChg>
        <pc:grpChg chg="add mod">
          <ac:chgData name="Luisa Dickenmann" userId="0c0840b0-1ae7-42c8-98b5-b02d8f71a603" providerId="ADAL" clId="{100BBC7B-7ACA-4A4D-BA33-DEF31D162335}" dt="2025-12-11T14:17:08.267" v="2959" actId="1076"/>
          <ac:grpSpMkLst>
            <pc:docMk/>
            <pc:sldMk cId="1520243702" sldId="281"/>
            <ac:grpSpMk id="43" creationId="{BD12648D-5A86-B45C-F50D-F34B91A73BAD}"/>
          </ac:grpSpMkLst>
        </pc:grpChg>
        <pc:picChg chg="add mod">
          <ac:chgData name="Luisa Dickenmann" userId="0c0840b0-1ae7-42c8-98b5-b02d8f71a603" providerId="ADAL" clId="{100BBC7B-7ACA-4A4D-BA33-DEF31D162335}" dt="2025-12-11T16:50:09.224" v="3815" actId="14100"/>
          <ac:picMkLst>
            <pc:docMk/>
            <pc:sldMk cId="1520243702" sldId="281"/>
            <ac:picMk id="5" creationId="{B4DE219A-B6A9-5821-1F9D-1F5634FAB1A3}"/>
          </ac:picMkLst>
        </pc:picChg>
        <pc:cxnChg chg="add mod">
          <ac:chgData name="Luisa Dickenmann" userId="0c0840b0-1ae7-42c8-98b5-b02d8f71a603" providerId="ADAL" clId="{100BBC7B-7ACA-4A4D-BA33-DEF31D162335}" dt="2025-12-11T16:50:14.011" v="3816" actId="1076"/>
          <ac:cxnSpMkLst>
            <pc:docMk/>
            <pc:sldMk cId="1520243702" sldId="281"/>
            <ac:cxnSpMk id="10" creationId="{F08A697B-293A-3B9A-EA5D-A7F12FE9C9F9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5" creationId="{4BE918CE-CEFB-8E0E-E44F-344B6DD64237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6" creationId="{20E964FC-C3D8-69EE-511C-06E93F78CBF8}"/>
          </ac:cxnSpMkLst>
        </pc:cxnChg>
        <pc:cxnChg chg="add mod">
          <ac:chgData name="Luisa Dickenmann" userId="0c0840b0-1ae7-42c8-98b5-b02d8f71a603" providerId="ADAL" clId="{100BBC7B-7ACA-4A4D-BA33-DEF31D162335}" dt="2025-12-11T14:17:03.210" v="2958" actId="164"/>
          <ac:cxnSpMkLst>
            <pc:docMk/>
            <pc:sldMk cId="1520243702" sldId="281"/>
            <ac:cxnSpMk id="39" creationId="{455E7990-4745-4C6B-7822-25A01C4CC2BC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44:34.738" v="3560" actId="20577"/>
        <pc:sldMkLst>
          <pc:docMk/>
          <pc:sldMk cId="232684958" sldId="282"/>
        </pc:sldMkLst>
        <pc:spChg chg="mod">
          <ac:chgData name="Luisa Dickenmann" userId="0c0840b0-1ae7-42c8-98b5-b02d8f71a603" providerId="ADAL" clId="{100BBC7B-7ACA-4A4D-BA33-DEF31D162335}" dt="2025-12-11T16:31:06.999" v="3265" actId="20577"/>
          <ac:spMkLst>
            <pc:docMk/>
            <pc:sldMk cId="232684958" sldId="282"/>
            <ac:spMk id="2" creationId="{EF986BC2-00B2-FE0A-3FD2-8B3983EDDD41}"/>
          </ac:spMkLst>
        </pc:spChg>
        <pc:spChg chg="add mod">
          <ac:chgData name="Luisa Dickenmann" userId="0c0840b0-1ae7-42c8-98b5-b02d8f71a603" providerId="ADAL" clId="{100BBC7B-7ACA-4A4D-BA33-DEF31D162335}" dt="2025-12-11T16:29:07.112" v="3175" actId="1076"/>
          <ac:spMkLst>
            <pc:docMk/>
            <pc:sldMk cId="232684958" sldId="282"/>
            <ac:spMk id="10" creationId="{AFE8A3AE-E1B6-A94E-7C86-528849D7B52B}"/>
          </ac:spMkLst>
        </pc:spChg>
        <pc:spChg chg="add mod">
          <ac:chgData name="Luisa Dickenmann" userId="0c0840b0-1ae7-42c8-98b5-b02d8f71a603" providerId="ADAL" clId="{100BBC7B-7ACA-4A4D-BA33-DEF31D162335}" dt="2025-12-11T16:29:43.319" v="3195" actId="1076"/>
          <ac:spMkLst>
            <pc:docMk/>
            <pc:sldMk cId="232684958" sldId="282"/>
            <ac:spMk id="12" creationId="{A9FC8493-0AD6-BDCD-FA4F-8FDE947FB7F5}"/>
          </ac:spMkLst>
        </pc:spChg>
        <pc:spChg chg="add mod">
          <ac:chgData name="Luisa Dickenmann" userId="0c0840b0-1ae7-42c8-98b5-b02d8f71a603" providerId="ADAL" clId="{100BBC7B-7ACA-4A4D-BA33-DEF31D162335}" dt="2025-12-11T16:44:34.738" v="3560" actId="20577"/>
          <ac:spMkLst>
            <pc:docMk/>
            <pc:sldMk cId="232684958" sldId="282"/>
            <ac:spMk id="17" creationId="{CEF2B93A-CB40-DAF3-E74D-8368928952C9}"/>
          </ac:spMkLst>
        </pc:spChg>
        <pc:picChg chg="add mod">
          <ac:chgData name="Luisa Dickenmann" userId="0c0840b0-1ae7-42c8-98b5-b02d8f71a603" providerId="ADAL" clId="{100BBC7B-7ACA-4A4D-BA33-DEF31D162335}" dt="2025-12-11T16:29:29.488" v="3192" actId="1035"/>
          <ac:picMkLst>
            <pc:docMk/>
            <pc:sldMk cId="232684958" sldId="282"/>
            <ac:picMk id="5" creationId="{9E7923FB-1127-0B4E-8720-F56777E2285D}"/>
          </ac:picMkLst>
        </pc:picChg>
        <pc:cxnChg chg="add mod">
          <ac:chgData name="Luisa Dickenmann" userId="0c0840b0-1ae7-42c8-98b5-b02d8f71a603" providerId="ADAL" clId="{100BBC7B-7ACA-4A4D-BA33-DEF31D162335}" dt="2025-12-11T16:29:39.167" v="3194" actId="14100"/>
          <ac:cxnSpMkLst>
            <pc:docMk/>
            <pc:sldMk cId="232684958" sldId="282"/>
            <ac:cxnSpMk id="7" creationId="{25D74AA0-35DD-764B-F3C0-5ECE2236E1C8}"/>
          </ac:cxnSpMkLst>
        </pc:cxnChg>
        <pc:cxnChg chg="add mod">
          <ac:chgData name="Luisa Dickenmann" userId="0c0840b0-1ae7-42c8-98b5-b02d8f71a603" providerId="ADAL" clId="{100BBC7B-7ACA-4A4D-BA33-DEF31D162335}" dt="2025-12-11T16:29:46.580" v="3196" actId="14100"/>
          <ac:cxnSpMkLst>
            <pc:docMk/>
            <pc:sldMk cId="232684958" sldId="282"/>
            <ac:cxnSpMk id="11" creationId="{F9E2F8F7-A542-4D12-3444-9EE948B6280A}"/>
          </ac:cxnSpMkLst>
        </pc:cxnChg>
      </pc:sldChg>
      <pc:sldChg chg="addSp delSp modSp new mod">
        <pc:chgData name="Luisa Dickenmann" userId="0c0840b0-1ae7-42c8-98b5-b02d8f71a603" providerId="ADAL" clId="{100BBC7B-7ACA-4A4D-BA33-DEF31D162335}" dt="2025-12-11T16:39:33.456" v="3280" actId="1076"/>
        <pc:sldMkLst>
          <pc:docMk/>
          <pc:sldMk cId="4142346926" sldId="283"/>
        </pc:sldMkLst>
        <pc:spChg chg="add mod">
          <ac:chgData name="Luisa Dickenmann" userId="0c0840b0-1ae7-42c8-98b5-b02d8f71a603" providerId="ADAL" clId="{100BBC7B-7ACA-4A4D-BA33-DEF31D162335}" dt="2025-12-11T16:31:21.028" v="3273" actId="20577"/>
          <ac:spMkLst>
            <pc:docMk/>
            <pc:sldMk cId="4142346926" sldId="283"/>
            <ac:spMk id="4" creationId="{478994BB-FF3F-9B64-8EE7-6BC8F9927B16}"/>
          </ac:spMkLst>
        </pc:spChg>
        <pc:picChg chg="add mod">
          <ac:chgData name="Luisa Dickenmann" userId="0c0840b0-1ae7-42c8-98b5-b02d8f71a603" providerId="ADAL" clId="{100BBC7B-7ACA-4A4D-BA33-DEF31D162335}" dt="2025-12-11T16:39:33.456" v="3280" actId="1076"/>
          <ac:picMkLst>
            <pc:docMk/>
            <pc:sldMk cId="4142346926" sldId="283"/>
            <ac:picMk id="6" creationId="{3A2CE3E1-04C3-C3BF-742C-0BCABABAA34C}"/>
          </ac:picMkLst>
        </pc:picChg>
      </pc:sldChg>
      <pc:sldChg chg="modSp new mod">
        <pc:chgData name="Luisa Dickenmann" userId="0c0840b0-1ae7-42c8-98b5-b02d8f71a603" providerId="ADAL" clId="{100BBC7B-7ACA-4A4D-BA33-DEF31D162335}" dt="2025-12-11T16:49:37.056" v="3810" actId="20577"/>
        <pc:sldMkLst>
          <pc:docMk/>
          <pc:sldMk cId="536145808" sldId="284"/>
        </pc:sldMkLst>
        <pc:spChg chg="mod">
          <ac:chgData name="Luisa Dickenmann" userId="0c0840b0-1ae7-42c8-98b5-b02d8f71a603" providerId="ADAL" clId="{100BBC7B-7ACA-4A4D-BA33-DEF31D162335}" dt="2025-12-11T16:40:15.175" v="3311" actId="20577"/>
          <ac:spMkLst>
            <pc:docMk/>
            <pc:sldMk cId="536145808" sldId="284"/>
            <ac:spMk id="2" creationId="{453C67C6-7C6F-9EC2-BC2C-F591BF4901DA}"/>
          </ac:spMkLst>
        </pc:spChg>
        <pc:spChg chg="mod">
          <ac:chgData name="Luisa Dickenmann" userId="0c0840b0-1ae7-42c8-98b5-b02d8f71a603" providerId="ADAL" clId="{100BBC7B-7ACA-4A4D-BA33-DEF31D162335}" dt="2025-12-11T16:49:37.056" v="3810" actId="20577"/>
          <ac:spMkLst>
            <pc:docMk/>
            <pc:sldMk cId="536145808" sldId="284"/>
            <ac:spMk id="3" creationId="{4667D288-CBE2-F195-7FFC-C90ACACBE117}"/>
          </ac:spMkLst>
        </pc:spChg>
      </pc:sldChg>
      <pc:sldChg chg="modSp new mod">
        <pc:chgData name="Luisa Dickenmann" userId="0c0840b0-1ae7-42c8-98b5-b02d8f71a603" providerId="ADAL" clId="{100BBC7B-7ACA-4A4D-BA33-DEF31D162335}" dt="2025-12-12T09:51:44.542" v="3894" actId="20577"/>
        <pc:sldMkLst>
          <pc:docMk/>
          <pc:sldMk cId="1156399153" sldId="285"/>
        </pc:sldMkLst>
        <pc:spChg chg="mod">
          <ac:chgData name="Luisa Dickenmann" userId="0c0840b0-1ae7-42c8-98b5-b02d8f71a603" providerId="ADAL" clId="{100BBC7B-7ACA-4A4D-BA33-DEF31D162335}" dt="2025-12-12T09:51:44.542" v="3894" actId="20577"/>
          <ac:spMkLst>
            <pc:docMk/>
            <pc:sldMk cId="1156399153" sldId="285"/>
            <ac:spMk id="2" creationId="{00CF54C3-63C1-3F02-8A60-6328BB58EECF}"/>
          </ac:spMkLst>
        </pc:spChg>
      </pc:sldChg>
      <pc:sldChg chg="modSp new mod">
        <pc:chgData name="Luisa Dickenmann" userId="0c0840b0-1ae7-42c8-98b5-b02d8f71a603" providerId="ADAL" clId="{100BBC7B-7ACA-4A4D-BA33-DEF31D162335}" dt="2025-12-12T09:52:30.375" v="3941" actId="20577"/>
        <pc:sldMkLst>
          <pc:docMk/>
          <pc:sldMk cId="3635244816" sldId="286"/>
        </pc:sldMkLst>
        <pc:spChg chg="mod">
          <ac:chgData name="Luisa Dickenmann" userId="0c0840b0-1ae7-42c8-98b5-b02d8f71a603" providerId="ADAL" clId="{100BBC7B-7ACA-4A4D-BA33-DEF31D162335}" dt="2025-12-12T09:52:30.375" v="3941" actId="20577"/>
          <ac:spMkLst>
            <pc:docMk/>
            <pc:sldMk cId="3635244816" sldId="286"/>
            <ac:spMk id="2" creationId="{7C06FE14-95D7-2C34-3B1C-7E62C27D5BD5}"/>
          </ac:spMkLst>
        </pc:spChg>
      </pc:sldChg>
      <pc:sldChg chg="modSp new mod">
        <pc:chgData name="Luisa Dickenmann" userId="0c0840b0-1ae7-42c8-98b5-b02d8f71a603" providerId="ADAL" clId="{100BBC7B-7ACA-4A4D-BA33-DEF31D162335}" dt="2025-12-12T09:53:12.722" v="3989" actId="20577"/>
        <pc:sldMkLst>
          <pc:docMk/>
          <pc:sldMk cId="4162262758" sldId="287"/>
        </pc:sldMkLst>
        <pc:spChg chg="mod">
          <ac:chgData name="Luisa Dickenmann" userId="0c0840b0-1ae7-42c8-98b5-b02d8f71a603" providerId="ADAL" clId="{100BBC7B-7ACA-4A4D-BA33-DEF31D162335}" dt="2025-12-12T09:53:12.722" v="3989" actId="20577"/>
          <ac:spMkLst>
            <pc:docMk/>
            <pc:sldMk cId="4162262758" sldId="287"/>
            <ac:spMk id="2" creationId="{8FEE9FEA-9B3E-6A9F-C090-44E2DA4F43D8}"/>
          </ac:spMkLst>
        </pc:spChg>
      </pc:sldChg>
      <pc:sldChg chg="modSp new mod">
        <pc:chgData name="Luisa Dickenmann" userId="0c0840b0-1ae7-42c8-98b5-b02d8f71a603" providerId="ADAL" clId="{100BBC7B-7ACA-4A4D-BA33-DEF31D162335}" dt="2025-12-12T09:54:28.617" v="4098" actId="20577"/>
        <pc:sldMkLst>
          <pc:docMk/>
          <pc:sldMk cId="3026645936" sldId="288"/>
        </pc:sldMkLst>
        <pc:spChg chg="mod">
          <ac:chgData name="Luisa Dickenmann" userId="0c0840b0-1ae7-42c8-98b5-b02d8f71a603" providerId="ADAL" clId="{100BBC7B-7ACA-4A4D-BA33-DEF31D162335}" dt="2025-12-12T09:53:44.675" v="4001" actId="20577"/>
          <ac:spMkLst>
            <pc:docMk/>
            <pc:sldMk cId="3026645936" sldId="288"/>
            <ac:spMk id="2" creationId="{BA21E4DD-A0E9-85A5-076F-15D48EB17A60}"/>
          </ac:spMkLst>
        </pc:spChg>
        <pc:spChg chg="mod">
          <ac:chgData name="Luisa Dickenmann" userId="0c0840b0-1ae7-42c8-98b5-b02d8f71a603" providerId="ADAL" clId="{100BBC7B-7ACA-4A4D-BA33-DEF31D162335}" dt="2025-12-12T09:54:28.617" v="4098" actId="20577"/>
          <ac:spMkLst>
            <pc:docMk/>
            <pc:sldMk cId="3026645936" sldId="288"/>
            <ac:spMk id="3" creationId="{F28F0F0A-631B-70F5-5626-2DE0EA30D885}"/>
          </ac:spMkLst>
        </pc:spChg>
      </pc:sldChg>
    </pc:docChg>
  </pc:docChgLst>
  <pc:docChgLst>
    <pc:chgData name="Luisa Dickenmann" userId="0c0840b0-1ae7-42c8-98b5-b02d8f71a603" providerId="ADAL" clId="{14F8172B-23CC-43AF-8874-FD0289D90325}"/>
    <pc:docChg chg="custSel addSld modSld">
      <pc:chgData name="Luisa Dickenmann" userId="0c0840b0-1ae7-42c8-98b5-b02d8f71a603" providerId="ADAL" clId="{14F8172B-23CC-43AF-8874-FD0289D90325}" dt="2026-01-19T15:59:48.578" v="36" actId="14100"/>
      <pc:docMkLst>
        <pc:docMk/>
      </pc:docMkLst>
      <pc:sldChg chg="addSp delSp modSp new mod">
        <pc:chgData name="Luisa Dickenmann" userId="0c0840b0-1ae7-42c8-98b5-b02d8f71a603" providerId="ADAL" clId="{14F8172B-23CC-43AF-8874-FD0289D90325}" dt="2026-01-19T15:59:48.578" v="36" actId="14100"/>
        <pc:sldMkLst>
          <pc:docMk/>
          <pc:sldMk cId="3085592028" sldId="289"/>
        </pc:sldMkLst>
        <pc:spChg chg="mod">
          <ac:chgData name="Luisa Dickenmann" userId="0c0840b0-1ae7-42c8-98b5-b02d8f71a603" providerId="ADAL" clId="{14F8172B-23CC-43AF-8874-FD0289D90325}" dt="2026-01-19T15:59:42.221" v="32" actId="1076"/>
          <ac:spMkLst>
            <pc:docMk/>
            <pc:sldMk cId="3085592028" sldId="289"/>
            <ac:spMk id="2" creationId="{33D63F40-F221-2E7F-F83E-35F6231E0E7B}"/>
          </ac:spMkLst>
        </pc:spChg>
        <pc:spChg chg="del">
          <ac:chgData name="Luisa Dickenmann" userId="0c0840b0-1ae7-42c8-98b5-b02d8f71a603" providerId="ADAL" clId="{14F8172B-23CC-43AF-8874-FD0289D90325}" dt="2026-01-19T15:58:12.368" v="22"/>
          <ac:spMkLst>
            <pc:docMk/>
            <pc:sldMk cId="3085592028" sldId="289"/>
            <ac:spMk id="3" creationId="{8CBA336C-3D2E-6712-47DF-E333BE84B5F6}"/>
          </ac:spMkLst>
        </pc:spChg>
        <pc:spChg chg="add del mod">
          <ac:chgData name="Luisa Dickenmann" userId="0c0840b0-1ae7-42c8-98b5-b02d8f71a603" providerId="ADAL" clId="{14F8172B-23CC-43AF-8874-FD0289D90325}" dt="2026-01-19T15:59:21.470" v="26" actId="931"/>
          <ac:spMkLst>
            <pc:docMk/>
            <pc:sldMk cId="3085592028" sldId="289"/>
            <ac:spMk id="7" creationId="{62224BF0-B41A-33F7-E65B-99D3DE15C9C3}"/>
          </ac:spMkLst>
        </pc:spChg>
        <pc:picChg chg="add del mod">
          <ac:chgData name="Luisa Dickenmann" userId="0c0840b0-1ae7-42c8-98b5-b02d8f71a603" providerId="ADAL" clId="{14F8172B-23CC-43AF-8874-FD0289D90325}" dt="2026-01-19T15:58:20.124" v="25" actId="478"/>
          <ac:picMkLst>
            <pc:docMk/>
            <pc:sldMk cId="3085592028" sldId="289"/>
            <ac:picMk id="5" creationId="{A3D13E38-845D-F651-5895-22646D7E4292}"/>
          </ac:picMkLst>
        </pc:picChg>
        <pc:picChg chg="add mod modCrop">
          <ac:chgData name="Luisa Dickenmann" userId="0c0840b0-1ae7-42c8-98b5-b02d8f71a603" providerId="ADAL" clId="{14F8172B-23CC-43AF-8874-FD0289D90325}" dt="2026-01-19T15:59:48.578" v="36" actId="14100"/>
          <ac:picMkLst>
            <pc:docMk/>
            <pc:sldMk cId="3085592028" sldId="289"/>
            <ac:picMk id="9" creationId="{9DC3274B-287F-4CA0-BAE5-BEC9FBDB456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5757B0-FBC9-4508-996A-3E224EB738F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BEF3A4-E543-4418-A8C6-AC4DBC501A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412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9957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North coast n=50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4902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923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Plot met office daylength or temperature data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EF3A4-E543-4418-A8C6-AC4DBC501A7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2052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11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396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3912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4591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608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9558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299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8388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768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35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703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817C20B3-7C49-43C0-BA15-4AF729A94E81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CBC090DA-638C-490E-A64C-1CC5DC9897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234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3DD0-AE3F-D3E2-F3E2-C238F204CB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Rapid Adaptation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83D34-8A1D-D796-FB8C-6E3E45D3A0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sz="2900" i="1" dirty="0"/>
              <a:t>Pinus contorta</a:t>
            </a:r>
          </a:p>
          <a:p>
            <a:endParaRPr lang="de-CH" sz="2900" i="1" dirty="0"/>
          </a:p>
          <a:p>
            <a:r>
              <a:rPr lang="de-CH" sz="2900" b="1" dirty="0"/>
              <a:t>Data exploration</a:t>
            </a:r>
            <a:endParaRPr lang="en-GB" sz="2900" b="1" dirty="0"/>
          </a:p>
        </p:txBody>
      </p:sp>
    </p:spTree>
    <p:extLst>
      <p:ext uri="{BB962C8B-B14F-4D97-AF65-F5344CB8AC3E}">
        <p14:creationId xmlns:p14="http://schemas.microsoft.com/office/powerpoint/2010/main" val="3154772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B0C2D-403E-AF7F-8AEE-86B35FE4E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360" y="213360"/>
            <a:ext cx="9875520" cy="1356360"/>
          </a:xfrm>
        </p:spPr>
        <p:txBody>
          <a:bodyPr/>
          <a:lstStyle/>
          <a:p>
            <a:r>
              <a:rPr lang="de-CH" dirty="0"/>
              <a:t>Tree status – 2024-2025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FD7B17-8C63-C633-8D05-E8C5F492CE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5"/>
          <a:stretch/>
        </p:blipFill>
        <p:spPr>
          <a:xfrm>
            <a:off x="1240240" y="1280160"/>
            <a:ext cx="9273909" cy="5273177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AB7877-6A7E-90C1-8A72-F78A798BE679}"/>
              </a:ext>
            </a:extLst>
          </p:cNvPr>
          <p:cNvSpPr txBox="1"/>
          <p:nvPr/>
        </p:nvSpPr>
        <p:spPr>
          <a:xfrm>
            <a:off x="7132320" y="706874"/>
            <a:ext cx="1188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n = 780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90D675-07F7-60A4-05DA-BBEE0C81C238}"/>
              </a:ext>
            </a:extLst>
          </p:cNvPr>
          <p:cNvSpPr txBox="1"/>
          <p:nvPr/>
        </p:nvSpPr>
        <p:spPr>
          <a:xfrm>
            <a:off x="5362005" y="1554480"/>
            <a:ext cx="616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-116</a:t>
            </a:r>
            <a:endParaRPr lang="en-GB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0163F98-6CDF-4287-2948-EAF8EBED1BD1}"/>
              </a:ext>
            </a:extLst>
          </p:cNvPr>
          <p:cNvCxnSpPr>
            <a:cxnSpLocks/>
          </p:cNvCxnSpPr>
          <p:nvPr/>
        </p:nvCxnSpPr>
        <p:spPr>
          <a:xfrm>
            <a:off x="3921760" y="1569720"/>
            <a:ext cx="2926080" cy="665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814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54C3-63C1-3F02-8A60-6328BB58E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How many families in each type &amp; provenance?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518EC-B1B3-C3A8-B6A5-FCDA5A152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399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C75FB-2C6E-BD4A-0495-ABAEC6CE3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33680"/>
            <a:ext cx="9875520" cy="1356360"/>
          </a:xfrm>
        </p:spPr>
        <p:txBody>
          <a:bodyPr/>
          <a:lstStyle/>
          <a:p>
            <a:r>
              <a:rPr lang="de-CH" dirty="0"/>
              <a:t>Provenance distribution</a:t>
            </a:r>
            <a:endParaRPr lang="en-GB" dirty="0"/>
          </a:p>
        </p:txBody>
      </p:sp>
      <p:pic>
        <p:nvPicPr>
          <p:cNvPr id="5" name="Content Placeholder 4" descr="A graph with different colored rectangles&#10;&#10;AI-generated content may be incorrect.">
            <a:extLst>
              <a:ext uri="{FF2B5EF4-FFF2-40B4-BE49-F238E27FC236}">
                <a16:creationId xmlns:a16="http://schemas.microsoft.com/office/drawing/2014/main" id="{6226C969-854B-D7FD-DFE0-FB7D108928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0520" y="1144927"/>
            <a:ext cx="9118600" cy="5479393"/>
          </a:xfrm>
        </p:spPr>
      </p:pic>
    </p:spTree>
    <p:extLst>
      <p:ext uri="{BB962C8B-B14F-4D97-AF65-F5344CB8AC3E}">
        <p14:creationId xmlns:p14="http://schemas.microsoft.com/office/powerpoint/2010/main" val="985959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2C95541-CA90-A88F-7649-31BAE8391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838" cy="1355725"/>
          </a:xfrm>
        </p:spPr>
        <p:txBody>
          <a:bodyPr/>
          <a:lstStyle/>
          <a:p>
            <a:r>
              <a:rPr lang="de-CH" dirty="0"/>
              <a:t>Status – by Provenance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CFA758F-D810-5393-BA80-278AA366BA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822" y="1239520"/>
            <a:ext cx="8864356" cy="5374640"/>
          </a:xfrm>
        </p:spPr>
      </p:pic>
    </p:spTree>
    <p:extLst>
      <p:ext uri="{BB962C8B-B14F-4D97-AF65-F5344CB8AC3E}">
        <p14:creationId xmlns:p14="http://schemas.microsoft.com/office/powerpoint/2010/main" val="1264928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2107B-1EA8-BA64-B10E-8A0B8E21F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840"/>
            <a:ext cx="9875520" cy="1356360"/>
          </a:xfrm>
        </p:spPr>
        <p:txBody>
          <a:bodyPr/>
          <a:lstStyle/>
          <a:p>
            <a:r>
              <a:rPr lang="de-CH" dirty="0"/>
              <a:t>Type distribution</a:t>
            </a:r>
            <a:endParaRPr lang="en-GB" dirty="0"/>
          </a:p>
        </p:txBody>
      </p:sp>
      <p:pic>
        <p:nvPicPr>
          <p:cNvPr id="18" name="Content Placeholder 17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46EE900A-3FC4-6135-E0EC-34BB7B49279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5760" y="1406545"/>
            <a:ext cx="8666316" cy="5207615"/>
          </a:xfrm>
        </p:spPr>
      </p:pic>
    </p:spTree>
    <p:extLst>
      <p:ext uri="{BB962C8B-B14F-4D97-AF65-F5344CB8AC3E}">
        <p14:creationId xmlns:p14="http://schemas.microsoft.com/office/powerpoint/2010/main" val="1284769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4B841-9362-0383-46CC-CFFBEFEFB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33680"/>
            <a:ext cx="9875520" cy="1356360"/>
          </a:xfrm>
        </p:spPr>
        <p:txBody>
          <a:bodyPr/>
          <a:lstStyle/>
          <a:p>
            <a:r>
              <a:rPr lang="de-CH" dirty="0"/>
              <a:t>Status – by Type</a:t>
            </a:r>
            <a:endParaRPr lang="en-GB" dirty="0"/>
          </a:p>
        </p:txBody>
      </p:sp>
      <p:pic>
        <p:nvPicPr>
          <p:cNvPr id="8" name="Content Placeholder 7" descr="A graph of different colored rectangular shapes&#10;&#10;AI-generated content may be incorrect.">
            <a:extLst>
              <a:ext uri="{FF2B5EF4-FFF2-40B4-BE49-F238E27FC236}">
                <a16:creationId xmlns:a16="http://schemas.microsoft.com/office/drawing/2014/main" id="{A4EBBA57-7401-0BD7-B240-3C16D4D8B1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00" y="1203330"/>
            <a:ext cx="8940800" cy="5420990"/>
          </a:xfrm>
        </p:spPr>
      </p:pic>
    </p:spTree>
    <p:extLst>
      <p:ext uri="{BB962C8B-B14F-4D97-AF65-F5344CB8AC3E}">
        <p14:creationId xmlns:p14="http://schemas.microsoft.com/office/powerpoint/2010/main" val="713749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F351BBFA-4D62-6F56-D9B2-084422C22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920" y="213360"/>
            <a:ext cx="9875838" cy="1355725"/>
          </a:xfrm>
        </p:spPr>
        <p:txBody>
          <a:bodyPr/>
          <a:lstStyle/>
          <a:p>
            <a:r>
              <a:rPr lang="de-CH" dirty="0"/>
              <a:t>Status – by Block</a:t>
            </a:r>
            <a:endParaRPr lang="en-GB" dirty="0"/>
          </a:p>
        </p:txBody>
      </p:sp>
      <p:pic>
        <p:nvPicPr>
          <p:cNvPr id="10" name="Content Placeholder 9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EA175353-6AD5-76CA-2329-CCA6E2F2F8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778" y="1148080"/>
            <a:ext cx="9096444" cy="5466080"/>
          </a:xfrm>
        </p:spPr>
      </p:pic>
    </p:spTree>
    <p:extLst>
      <p:ext uri="{BB962C8B-B14F-4D97-AF65-F5344CB8AC3E}">
        <p14:creationId xmlns:p14="http://schemas.microsoft.com/office/powerpoint/2010/main" val="2413059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63F40-F221-2E7F-F83E-35F6231E0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43661"/>
            <a:ext cx="9875520" cy="1356360"/>
          </a:xfrm>
        </p:spPr>
        <p:txBody>
          <a:bodyPr/>
          <a:lstStyle/>
          <a:p>
            <a:r>
              <a:rPr lang="de-CH" dirty="0"/>
              <a:t>Family distribution</a:t>
            </a:r>
            <a:endParaRPr lang="en-GB" dirty="0"/>
          </a:p>
        </p:txBody>
      </p:sp>
      <p:pic>
        <p:nvPicPr>
          <p:cNvPr id="9" name="Content Placeholder 8" descr="A graph with blue squares&#10;&#10;AI-generated content may be incorrect.">
            <a:extLst>
              <a:ext uri="{FF2B5EF4-FFF2-40B4-BE49-F238E27FC236}">
                <a16:creationId xmlns:a16="http://schemas.microsoft.com/office/drawing/2014/main" id="{9DC3274B-287F-4CA0-BAE5-BEC9FBDB45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48"/>
          <a:stretch/>
        </p:blipFill>
        <p:spPr>
          <a:xfrm>
            <a:off x="1741713" y="1162427"/>
            <a:ext cx="8798253" cy="5451912"/>
          </a:xfrm>
        </p:spPr>
      </p:pic>
    </p:spTree>
    <p:extLst>
      <p:ext uri="{BB962C8B-B14F-4D97-AF65-F5344CB8AC3E}">
        <p14:creationId xmlns:p14="http://schemas.microsoft.com/office/powerpoint/2010/main" val="3085592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AC9F3-8100-D77A-023E-C972C8979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23520"/>
            <a:ext cx="9875520" cy="995680"/>
          </a:xfrm>
        </p:spPr>
        <p:txBody>
          <a:bodyPr/>
          <a:lstStyle/>
          <a:p>
            <a:r>
              <a:rPr lang="de-CH" dirty="0"/>
              <a:t>Status – by Family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AB1702-AC8E-BCAE-24FC-C14A03615D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49"/>
          <a:stretch/>
        </p:blipFill>
        <p:spPr>
          <a:xfrm>
            <a:off x="1226129" y="1095555"/>
            <a:ext cx="9739742" cy="5518605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12472-E3FE-9887-B742-0271FEB26237}"/>
              </a:ext>
            </a:extLst>
          </p:cNvPr>
          <p:cNvSpPr txBox="1"/>
          <p:nvPr/>
        </p:nvSpPr>
        <p:spPr>
          <a:xfrm>
            <a:off x="5382883" y="586596"/>
            <a:ext cx="3045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Top and bottom 10 Families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409357-62AB-C53D-577F-0FF4CFF2F18D}"/>
              </a:ext>
            </a:extLst>
          </p:cNvPr>
          <p:cNvSpPr txBox="1"/>
          <p:nvPr/>
        </p:nvSpPr>
        <p:spPr>
          <a:xfrm>
            <a:off x="7626539" y="3956766"/>
            <a:ext cx="2353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Why so many with exactly 50%??</a:t>
            </a:r>
            <a:endParaRPr lang="en-GB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AA551E-FA63-960E-F087-D4304A8C24A0}"/>
              </a:ext>
            </a:extLst>
          </p:cNvPr>
          <p:cNvSpPr/>
          <p:nvPr/>
        </p:nvSpPr>
        <p:spPr>
          <a:xfrm>
            <a:off x="6096000" y="3429000"/>
            <a:ext cx="1507067" cy="19050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75772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1E4DD-A0E9-85A5-076F-15D48EB17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Interaction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F0F0A-631B-70F5-5626-2DE0EA30D8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Mortality based on type AND provenance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66459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 descr="A graph with red lines and numbers&#10;&#10;AI-generated content may be incorrect.">
            <a:extLst>
              <a:ext uri="{FF2B5EF4-FFF2-40B4-BE49-F238E27FC236}">
                <a16:creationId xmlns:a16="http://schemas.microsoft.com/office/drawing/2014/main" id="{BD49C6AC-C674-843D-C8F1-02241A71B1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70"/>
          <a:stretch/>
        </p:blipFill>
        <p:spPr>
          <a:xfrm>
            <a:off x="544941" y="1310640"/>
            <a:ext cx="11102118" cy="527304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D8D4A8-9316-1F4F-4391-A51F0AE12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74320"/>
            <a:ext cx="9875520" cy="1356360"/>
          </a:xfrm>
        </p:spPr>
        <p:txBody>
          <a:bodyPr/>
          <a:lstStyle/>
          <a:p>
            <a:r>
              <a:rPr lang="de-CH" dirty="0"/>
              <a:t>DBB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C9CC8D-5E27-7D11-D30C-DB30F7B517A9}"/>
              </a:ext>
            </a:extLst>
          </p:cNvPr>
          <p:cNvSpPr txBox="1"/>
          <p:nvPr/>
        </p:nvSpPr>
        <p:spPr>
          <a:xfrm>
            <a:off x="9193074" y="552390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DBB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756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5869241-031B-EBB0-A018-4867A27D2D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120" y="1423966"/>
            <a:ext cx="10304635" cy="5210514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37FC25-0092-D266-9369-B42C8B0A2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23520"/>
            <a:ext cx="9875520" cy="1356360"/>
          </a:xfrm>
        </p:spPr>
        <p:txBody>
          <a:bodyPr/>
          <a:lstStyle/>
          <a:p>
            <a:r>
              <a:rPr lang="de-CH" dirty="0"/>
              <a:t>Height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543C4B-69A1-290C-CEFB-6E8DFA1E1BD1}"/>
              </a:ext>
            </a:extLst>
          </p:cNvPr>
          <p:cNvSpPr txBox="1"/>
          <p:nvPr/>
        </p:nvSpPr>
        <p:spPr>
          <a:xfrm>
            <a:off x="8776513" y="537367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506 trees that are alive at both timepoints have height measurements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23E41-3A5D-BCAF-834C-2A32E08422A5}"/>
              </a:ext>
            </a:extLst>
          </p:cNvPr>
          <p:cNvSpPr txBox="1"/>
          <p:nvPr/>
        </p:nvSpPr>
        <p:spPr>
          <a:xfrm>
            <a:off x="8776514" y="1017566"/>
            <a:ext cx="26755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000" dirty="0">
                <a:solidFill>
                  <a:schemeClr val="accent6">
                    <a:lumMod val="75000"/>
                  </a:schemeClr>
                </a:solidFill>
              </a:rPr>
              <a:t>1 tree is alive at both and has DBB but not height</a:t>
            </a:r>
            <a:endParaRPr lang="en-GB" sz="10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0833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different colored squares&#10;&#10;AI-generated content may be incorrect.">
            <a:extLst>
              <a:ext uri="{FF2B5EF4-FFF2-40B4-BE49-F238E27FC236}">
                <a16:creationId xmlns:a16="http://schemas.microsoft.com/office/drawing/2014/main" id="{73E0993F-5E9C-1D30-1C0B-6E7EB90E7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5"/>
          <a:stretch/>
        </p:blipFill>
        <p:spPr>
          <a:xfrm>
            <a:off x="1786756" y="1766126"/>
            <a:ext cx="8618487" cy="485648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86B59D3-816C-2A57-089A-EA265D288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13360"/>
            <a:ext cx="9875520" cy="1356360"/>
          </a:xfrm>
        </p:spPr>
        <p:txBody>
          <a:bodyPr/>
          <a:lstStyle/>
          <a:p>
            <a:r>
              <a:rPr lang="de-CH" dirty="0"/>
              <a:t>Height – by Provenance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B2C7B7-4BA9-EB08-7CDD-E8CB7044D6E1}"/>
              </a:ext>
            </a:extLst>
          </p:cNvPr>
          <p:cNvSpPr txBox="1"/>
          <p:nvPr/>
        </p:nvSpPr>
        <p:spPr>
          <a:xfrm>
            <a:off x="8270240" y="670560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provenance?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</a:t>
            </a:r>
            <a:endParaRPr lang="en-GB" dirty="0">
              <a:solidFill>
                <a:srgbClr val="FF0000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9059EA4-2DBF-0663-3CBB-735422399593}"/>
              </a:ext>
            </a:extLst>
          </p:cNvPr>
          <p:cNvCxnSpPr>
            <a:cxnSpLocks/>
          </p:cNvCxnSpPr>
          <p:nvPr/>
        </p:nvCxnSpPr>
        <p:spPr>
          <a:xfrm flipV="1">
            <a:off x="6745584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4B09F37-05AB-B6E9-E388-410DADB688E9}"/>
              </a:ext>
            </a:extLst>
          </p:cNvPr>
          <p:cNvSpPr txBox="1"/>
          <p:nvPr/>
        </p:nvSpPr>
        <p:spPr>
          <a:xfrm>
            <a:off x="7450347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CE061F1-94C7-639C-91D4-CFA492EA4128}"/>
              </a:ext>
            </a:extLst>
          </p:cNvPr>
          <p:cNvCxnSpPr>
            <a:cxnSpLocks/>
          </p:cNvCxnSpPr>
          <p:nvPr/>
        </p:nvCxnSpPr>
        <p:spPr>
          <a:xfrm flipV="1">
            <a:off x="3790687" y="2254710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544A9C5-D7E0-7596-44AC-D0B1CF22A9BF}"/>
              </a:ext>
            </a:extLst>
          </p:cNvPr>
          <p:cNvSpPr txBox="1"/>
          <p:nvPr/>
        </p:nvSpPr>
        <p:spPr>
          <a:xfrm>
            <a:off x="4495450" y="1996473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4684559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45658-7DE4-99A0-DD6E-14745BC00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203200"/>
            <a:ext cx="9875520" cy="1356360"/>
          </a:xfrm>
        </p:spPr>
        <p:txBody>
          <a:bodyPr/>
          <a:lstStyle/>
          <a:p>
            <a:r>
              <a:rPr lang="de-CH" dirty="0"/>
              <a:t>Height – by Type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44F4B-72E6-AB1B-4698-07642C2B12A6}"/>
              </a:ext>
            </a:extLst>
          </p:cNvPr>
          <p:cNvSpPr txBox="1"/>
          <p:nvPr/>
        </p:nvSpPr>
        <p:spPr>
          <a:xfrm>
            <a:off x="8280400" y="561955"/>
            <a:ext cx="2661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>
                <a:solidFill>
                  <a:srgbClr val="FF0000"/>
                </a:solidFill>
              </a:rPr>
              <a:t>How many height values for each type?</a:t>
            </a:r>
          </a:p>
          <a:p>
            <a:r>
              <a:rPr lang="de-CH" dirty="0">
                <a:solidFill>
                  <a:srgbClr val="FF0000"/>
                </a:solidFill>
              </a:rPr>
              <a:t>How many Nas?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10" name="Content Placeholder 9" descr="A diagram of different colored rectangles&#10;&#10;AI-generated content may be incorrect.">
            <a:extLst>
              <a:ext uri="{FF2B5EF4-FFF2-40B4-BE49-F238E27FC236}">
                <a16:creationId xmlns:a16="http://schemas.microsoft.com/office/drawing/2014/main" id="{8BA279B2-C990-BC1D-5784-CB13A3FEFD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30"/>
          <a:stretch/>
        </p:blipFill>
        <p:spPr>
          <a:xfrm>
            <a:off x="1273629" y="1479925"/>
            <a:ext cx="9002485" cy="5088833"/>
          </a:xfr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99FF156-1706-02AD-E8DE-8029EE35527A}"/>
              </a:ext>
            </a:extLst>
          </p:cNvPr>
          <p:cNvCxnSpPr>
            <a:cxnSpLocks/>
          </p:cNvCxnSpPr>
          <p:nvPr/>
        </p:nvCxnSpPr>
        <p:spPr>
          <a:xfrm flipV="1">
            <a:off x="3434552" y="2697258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0B94D3B1-D2D1-C219-BFFD-F4DB6DC8B9BB}"/>
              </a:ext>
            </a:extLst>
          </p:cNvPr>
          <p:cNvSpPr txBox="1"/>
          <p:nvPr/>
        </p:nvSpPr>
        <p:spPr>
          <a:xfrm>
            <a:off x="4139315" y="2439021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F7AD5F4-45BE-97EA-56EB-EB3658392A22}"/>
              </a:ext>
            </a:extLst>
          </p:cNvPr>
          <p:cNvCxnSpPr>
            <a:cxnSpLocks/>
          </p:cNvCxnSpPr>
          <p:nvPr/>
        </p:nvCxnSpPr>
        <p:spPr>
          <a:xfrm flipV="1">
            <a:off x="6328904" y="2400269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7F509E7-DF81-6201-EAEF-76C19805D2B3}"/>
              </a:ext>
            </a:extLst>
          </p:cNvPr>
          <p:cNvSpPr txBox="1"/>
          <p:nvPr/>
        </p:nvSpPr>
        <p:spPr>
          <a:xfrm>
            <a:off x="7033667" y="2142032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56D891-6E77-53B9-A5ED-9F3C0CB4763A}"/>
              </a:ext>
            </a:extLst>
          </p:cNvPr>
          <p:cNvCxnSpPr>
            <a:cxnSpLocks/>
          </p:cNvCxnSpPr>
          <p:nvPr/>
        </p:nvCxnSpPr>
        <p:spPr>
          <a:xfrm>
            <a:off x="3434552" y="1722714"/>
            <a:ext cx="498322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25679F4-CF01-D594-4512-3725711039C9}"/>
              </a:ext>
            </a:extLst>
          </p:cNvPr>
          <p:cNvSpPr txBox="1"/>
          <p:nvPr/>
        </p:nvSpPr>
        <p:spPr>
          <a:xfrm>
            <a:off x="5649557" y="1406376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522262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C67C6-7C6F-9EC2-BC2C-F591BF490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618" y="212992"/>
            <a:ext cx="9875520" cy="1356360"/>
          </a:xfrm>
        </p:spPr>
        <p:txBody>
          <a:bodyPr/>
          <a:lstStyle/>
          <a:p>
            <a:r>
              <a:rPr lang="de-CH" dirty="0"/>
              <a:t>Budset &amp; Budburst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7D288-CBE2-F195-7FFC-C90ACACBE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680" y="1569352"/>
            <a:ext cx="9872871" cy="4038600"/>
          </a:xfrm>
        </p:spPr>
        <p:txBody>
          <a:bodyPr/>
          <a:lstStyle/>
          <a:p>
            <a:r>
              <a:rPr lang="de-CH" dirty="0"/>
              <a:t>Date of planting: 20-23/6/2023</a:t>
            </a:r>
          </a:p>
          <a:p>
            <a:r>
              <a:rPr lang="de-CH" dirty="0"/>
              <a:t>Budset period: 11/9/2023 – 17/5/2024</a:t>
            </a:r>
          </a:p>
          <a:p>
            <a:r>
              <a:rPr lang="de-CH" dirty="0"/>
              <a:t>Budburst period: 2/2/2024 – 22/5/2024</a:t>
            </a:r>
          </a:p>
          <a:p>
            <a:endParaRPr lang="de-CH" dirty="0"/>
          </a:p>
          <a:p>
            <a:r>
              <a:rPr lang="de-CH" u="sng" dirty="0"/>
              <a:t>Sample sizes:</a:t>
            </a:r>
          </a:p>
          <a:p>
            <a:pPr lvl="1"/>
            <a:r>
              <a:rPr lang="de-CH" sz="2200" dirty="0"/>
              <a:t>Budset: 549 trees</a:t>
            </a:r>
          </a:p>
          <a:p>
            <a:pPr lvl="1"/>
            <a:r>
              <a:rPr lang="de-CH" sz="2200" dirty="0"/>
              <a:t>Budburst: 575 trees</a:t>
            </a:r>
          </a:p>
          <a:p>
            <a:pPr lvl="2"/>
            <a:r>
              <a:rPr lang="de-CH" sz="2000" dirty="0"/>
              <a:t>(Maybe 26 didn’t have noticeable buds?)</a:t>
            </a:r>
          </a:p>
          <a:p>
            <a:pPr lvl="1"/>
            <a:r>
              <a:rPr lang="de-CH" sz="2200" dirty="0"/>
              <a:t>Budset &amp; Budburst: 529 trees have data (~85%)</a:t>
            </a:r>
          </a:p>
          <a:p>
            <a:endParaRPr lang="de-CH" dirty="0"/>
          </a:p>
          <a:p>
            <a:endParaRPr lang="de-CH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145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D9BF-2B66-09AD-138F-36386DDD5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48" y="263545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1AF245-CF10-C522-E0CE-18AABCB35A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93"/>
          <a:stretch/>
        </p:blipFill>
        <p:spPr>
          <a:xfrm>
            <a:off x="739264" y="1597014"/>
            <a:ext cx="8776687" cy="4878756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EE3C62-7A17-B683-8845-1CC05C605A19}"/>
              </a:ext>
            </a:extLst>
          </p:cNvPr>
          <p:cNvSpPr txBox="1"/>
          <p:nvPr/>
        </p:nvSpPr>
        <p:spPr>
          <a:xfrm>
            <a:off x="9588376" y="1785484"/>
            <a:ext cx="18643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Even distribution between provenances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C60FA7-6976-A204-5DB2-FA364834CB49}"/>
              </a:ext>
            </a:extLst>
          </p:cNvPr>
          <p:cNvSpPr txBox="1"/>
          <p:nvPr/>
        </p:nvSpPr>
        <p:spPr>
          <a:xfrm>
            <a:off x="9755959" y="5948124"/>
            <a:ext cx="2131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Origin date = 10/09/2023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7207B2-C399-F774-B53B-5CE49BA29F56}"/>
              </a:ext>
            </a:extLst>
          </p:cNvPr>
          <p:cNvCxnSpPr>
            <a:cxnSpLocks/>
          </p:cNvCxnSpPr>
          <p:nvPr/>
        </p:nvCxnSpPr>
        <p:spPr>
          <a:xfrm flipV="1">
            <a:off x="5792742" y="1762532"/>
            <a:ext cx="2088872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DE83656-BBCA-820A-78B8-B8825292C4BF}"/>
              </a:ext>
            </a:extLst>
          </p:cNvPr>
          <p:cNvSpPr txBox="1"/>
          <p:nvPr/>
        </p:nvSpPr>
        <p:spPr>
          <a:xfrm>
            <a:off x="6497505" y="1539263"/>
            <a:ext cx="805702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</a:t>
            </a:r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.042</a:t>
            </a:r>
          </a:p>
        </p:txBody>
      </p:sp>
    </p:spTree>
    <p:extLst>
      <p:ext uri="{BB962C8B-B14F-4D97-AF65-F5344CB8AC3E}">
        <p14:creationId xmlns:p14="http://schemas.microsoft.com/office/powerpoint/2010/main" val="4018528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9895B-F36B-0FE8-66E4-57C233A9A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5" y="234214"/>
            <a:ext cx="9875520" cy="1356360"/>
          </a:xfrm>
        </p:spPr>
        <p:txBody>
          <a:bodyPr/>
          <a:lstStyle/>
          <a:p>
            <a:r>
              <a:rPr lang="de-CH" dirty="0"/>
              <a:t>Budset – by Provenance</a:t>
            </a:r>
            <a:endParaRPr lang="en-GB" dirty="0"/>
          </a:p>
        </p:txBody>
      </p:sp>
      <p:pic>
        <p:nvPicPr>
          <p:cNvPr id="9" name="Content Placeholder 8" descr="A graph of a graph&#10;&#10;AI-generated content may be incorrect.">
            <a:extLst>
              <a:ext uri="{FF2B5EF4-FFF2-40B4-BE49-F238E27FC236}">
                <a16:creationId xmlns:a16="http://schemas.microsoft.com/office/drawing/2014/main" id="{E9D7C26D-A23C-D424-F674-5FE3142C3D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377" y="1232034"/>
            <a:ext cx="10663062" cy="5391752"/>
          </a:xfr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45E7EB-00AB-0A3C-462D-869596290F9D}"/>
              </a:ext>
            </a:extLst>
          </p:cNvPr>
          <p:cNvCxnSpPr/>
          <p:nvPr/>
        </p:nvCxnSpPr>
        <p:spPr>
          <a:xfrm>
            <a:off x="7161196" y="2781701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713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E21EA-EC58-E43B-46B6-72D5584F9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43840"/>
            <a:ext cx="9875520" cy="1356360"/>
          </a:xfrm>
        </p:spPr>
        <p:txBody>
          <a:bodyPr/>
          <a:lstStyle/>
          <a:p>
            <a:r>
              <a:rPr lang="de-CH" dirty="0"/>
              <a:t>Budset –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A0D3437-97B6-1053-8FD3-9E66A7F82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942" y="1294689"/>
            <a:ext cx="10520115" cy="5319471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77FB2-79EE-9075-C06A-8515F77F5B87}"/>
              </a:ext>
            </a:extLst>
          </p:cNvPr>
          <p:cNvCxnSpPr>
            <a:cxnSpLocks/>
          </p:cNvCxnSpPr>
          <p:nvPr/>
        </p:nvCxnSpPr>
        <p:spPr>
          <a:xfrm flipV="1">
            <a:off x="3254326" y="1708729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6EA98B-C626-6AC0-4F03-A613577D5935}"/>
              </a:ext>
            </a:extLst>
          </p:cNvPr>
          <p:cNvSpPr txBox="1"/>
          <p:nvPr/>
        </p:nvSpPr>
        <p:spPr>
          <a:xfrm>
            <a:off x="4470416" y="140321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7C6D792-97FC-FD07-3960-989C62EBBECF}"/>
              </a:ext>
            </a:extLst>
          </p:cNvPr>
          <p:cNvCxnSpPr>
            <a:cxnSpLocks/>
          </p:cNvCxnSpPr>
          <p:nvPr/>
        </p:nvCxnSpPr>
        <p:spPr>
          <a:xfrm>
            <a:off x="3254326" y="1390375"/>
            <a:ext cx="6027081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92A4E8F-20B8-D1CF-298E-3001E437C6C5}"/>
              </a:ext>
            </a:extLst>
          </p:cNvPr>
          <p:cNvSpPr txBox="1"/>
          <p:nvPr/>
        </p:nvSpPr>
        <p:spPr>
          <a:xfrm>
            <a:off x="5977152" y="1081878"/>
            <a:ext cx="679347" cy="36407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766" b="1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42213403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41A4-7800-BF6D-3047-19A2F1FFE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178812"/>
            <a:ext cx="9875520" cy="1356360"/>
          </a:xfrm>
        </p:spPr>
        <p:txBody>
          <a:bodyPr/>
          <a:lstStyle/>
          <a:p>
            <a:r>
              <a:rPr lang="de-CH" dirty="0"/>
              <a:t>Budset by Type</a:t>
            </a:r>
            <a:endParaRPr lang="en-GB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70947E2-94D3-B544-4587-E9882F4D2B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049" y="1535171"/>
            <a:ext cx="9958252" cy="5035367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E594E9A-0DC9-656A-15F4-E36D519C6094}"/>
              </a:ext>
            </a:extLst>
          </p:cNvPr>
          <p:cNvCxnSpPr/>
          <p:nvPr/>
        </p:nvCxnSpPr>
        <p:spPr>
          <a:xfrm>
            <a:off x="7007192" y="2675823"/>
            <a:ext cx="0" cy="1232034"/>
          </a:xfrm>
          <a:prstGeom prst="straightConnector1">
            <a:avLst/>
          </a:prstGeom>
          <a:ln w="19050">
            <a:solidFill>
              <a:schemeClr val="bg2">
                <a:lumMod val="25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36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79DC-5387-676F-0683-1D49454F4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974" y="176490"/>
            <a:ext cx="9875520" cy="1356360"/>
          </a:xfrm>
        </p:spPr>
        <p:txBody>
          <a:bodyPr/>
          <a:lstStyle/>
          <a:p>
            <a:r>
              <a:rPr lang="de-CH" dirty="0"/>
              <a:t>Budburst – by Provenance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F0DC-52E1-09BD-080C-AFC35699FB60}"/>
              </a:ext>
            </a:extLst>
          </p:cNvPr>
          <p:cNvSpPr txBox="1"/>
          <p:nvPr/>
        </p:nvSpPr>
        <p:spPr>
          <a:xfrm>
            <a:off x="9630612" y="670004"/>
            <a:ext cx="2131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dirty="0"/>
              <a:t>Day 0 = 01/02/2024</a:t>
            </a:r>
          </a:p>
        </p:txBody>
      </p:sp>
      <p:pic>
        <p:nvPicPr>
          <p:cNvPr id="11" name="Content Placeholder 10" descr="A graph of a diagram&#10;&#10;AI-generated content may be incorrect.">
            <a:extLst>
              <a:ext uri="{FF2B5EF4-FFF2-40B4-BE49-F238E27FC236}">
                <a16:creationId xmlns:a16="http://schemas.microsoft.com/office/drawing/2014/main" id="{44A0C449-8F18-850D-9203-E214A67FEA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758" y="1685992"/>
            <a:ext cx="9517795" cy="4812650"/>
          </a:xfr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982C0FB-D28F-93CA-4DE9-0A62C347B1DA}"/>
              </a:ext>
            </a:extLst>
          </p:cNvPr>
          <p:cNvCxnSpPr>
            <a:cxnSpLocks/>
          </p:cNvCxnSpPr>
          <p:nvPr/>
        </p:nvCxnSpPr>
        <p:spPr>
          <a:xfrm flipV="1">
            <a:off x="2325447" y="1732324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7228138-E4A7-851D-FC56-2306BC16034C}"/>
              </a:ext>
            </a:extLst>
          </p:cNvPr>
          <p:cNvSpPr txBox="1"/>
          <p:nvPr/>
        </p:nvSpPr>
        <p:spPr>
          <a:xfrm>
            <a:off x="3587257" y="1486311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0EC720A-2AF0-9C6D-6E05-3934CC044EA9}"/>
              </a:ext>
            </a:extLst>
          </p:cNvPr>
          <p:cNvCxnSpPr>
            <a:cxnSpLocks/>
          </p:cNvCxnSpPr>
          <p:nvPr/>
        </p:nvCxnSpPr>
        <p:spPr>
          <a:xfrm flipV="1">
            <a:off x="5528414" y="1729338"/>
            <a:ext cx="3062500" cy="298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923EC24-A6E5-C849-B975-9601C8597CF3}"/>
              </a:ext>
            </a:extLst>
          </p:cNvPr>
          <p:cNvSpPr txBox="1"/>
          <p:nvPr/>
        </p:nvSpPr>
        <p:spPr>
          <a:xfrm>
            <a:off x="6790224" y="1483325"/>
            <a:ext cx="679347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1000" dirty="0">
                <a:solidFill>
                  <a:schemeClr val="accent6">
                    <a:lumMod val="75000"/>
                  </a:schemeClr>
                </a:solidFill>
                <a:latin typeface="Helvetica" panose="020B0604020202020204"/>
                <a:cs typeface="Helvetica" panose="020B0604020202020204"/>
              </a:rPr>
              <a:t>0.01</a:t>
            </a:r>
          </a:p>
        </p:txBody>
      </p:sp>
    </p:spTree>
    <p:extLst>
      <p:ext uri="{BB962C8B-B14F-4D97-AF65-F5344CB8AC3E}">
        <p14:creationId xmlns:p14="http://schemas.microsoft.com/office/powerpoint/2010/main" val="13093892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1A7E35-F3A7-7E5B-ED8A-FA3BA661E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225" y="224589"/>
            <a:ext cx="9875520" cy="1356360"/>
          </a:xfrm>
        </p:spPr>
        <p:txBody>
          <a:bodyPr/>
          <a:lstStyle/>
          <a:p>
            <a:r>
              <a:rPr lang="de-CH" dirty="0"/>
              <a:t>Burburst - by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2D2CC6DF-5B3C-EB76-C731-64BD8A773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62" y="1259840"/>
            <a:ext cx="10468476" cy="5293360"/>
          </a:xfrm>
        </p:spPr>
      </p:pic>
    </p:spTree>
    <p:extLst>
      <p:ext uri="{BB962C8B-B14F-4D97-AF65-F5344CB8AC3E}">
        <p14:creationId xmlns:p14="http://schemas.microsoft.com/office/powerpoint/2010/main" val="27633159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10286-6041-399A-065F-9CA72ED98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960" y="223520"/>
            <a:ext cx="9875520" cy="1356360"/>
          </a:xfrm>
        </p:spPr>
        <p:txBody>
          <a:bodyPr/>
          <a:lstStyle/>
          <a:p>
            <a:r>
              <a:rPr lang="de-CH" dirty="0"/>
              <a:t>Budburst – by Type</a:t>
            </a:r>
            <a:endParaRPr lang="en-GB" dirty="0"/>
          </a:p>
        </p:txBody>
      </p:sp>
      <p:pic>
        <p:nvPicPr>
          <p:cNvPr id="9" name="Content Placeholder 8" descr="A graph of a diagram&#10;&#10;AI-generated content may be incorrect.">
            <a:extLst>
              <a:ext uri="{FF2B5EF4-FFF2-40B4-BE49-F238E27FC236}">
                <a16:creationId xmlns:a16="http://schemas.microsoft.com/office/drawing/2014/main" id="{463E4468-FDCA-104C-62BA-3B778918FA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234" y="1198881"/>
            <a:ext cx="10659360" cy="5389880"/>
          </a:xfrm>
        </p:spPr>
      </p:pic>
    </p:spTree>
    <p:extLst>
      <p:ext uri="{BB962C8B-B14F-4D97-AF65-F5344CB8AC3E}">
        <p14:creationId xmlns:p14="http://schemas.microsoft.com/office/powerpoint/2010/main" val="1459603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23E70-6AE2-13AB-B9D6-DFD4DC38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" y="196168"/>
            <a:ext cx="9875520" cy="1356360"/>
          </a:xfrm>
        </p:spPr>
        <p:txBody>
          <a:bodyPr/>
          <a:lstStyle/>
          <a:p>
            <a:r>
              <a:rPr lang="de-CH" dirty="0"/>
              <a:t>Budburst by Type</a:t>
            </a:r>
            <a:endParaRPr lang="en-GB" dirty="0"/>
          </a:p>
        </p:txBody>
      </p:sp>
      <p:pic>
        <p:nvPicPr>
          <p:cNvPr id="8" name="Content Placeholder 7" descr="A graph of a graph&#10;&#10;AI-generated content may be incorrect.">
            <a:extLst>
              <a:ext uri="{FF2B5EF4-FFF2-40B4-BE49-F238E27FC236}">
                <a16:creationId xmlns:a16="http://schemas.microsoft.com/office/drawing/2014/main" id="{4EC47E45-9E07-5478-4A1D-D66819A239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204" y="1209040"/>
            <a:ext cx="10602941" cy="5361352"/>
          </a:xfrm>
        </p:spPr>
      </p:pic>
    </p:spTree>
    <p:extLst>
      <p:ext uri="{BB962C8B-B14F-4D97-AF65-F5344CB8AC3E}">
        <p14:creationId xmlns:p14="http://schemas.microsoft.com/office/powerpoint/2010/main" val="1505597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06FE14-95D7-2C34-3B1C-7E62C27D5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Overlay BS &amp; BB data with temperature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B63F4-FC30-DECB-6678-B7E5BBA0A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52448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E9FEA-9B3E-6A9F-C090-44E2DA4F4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Cumulative BS/BB curve (per provenance/type)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7EDF9-8919-0183-EBBC-47FDE664C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2627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6BC2-00B2-FE0A-3FD2-8B3983EDD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15900"/>
            <a:ext cx="9875520" cy="1356360"/>
          </a:xfrm>
        </p:spPr>
        <p:txBody>
          <a:bodyPr/>
          <a:lstStyle/>
          <a:p>
            <a:r>
              <a:rPr lang="de-CH" dirty="0"/>
              <a:t>Budset &amp; Budburst - Provenance</a:t>
            </a:r>
            <a:endParaRPr lang="en-GB" dirty="0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9E7923FB-1127-0B4E-8720-F56777E228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8655" y="1294466"/>
            <a:ext cx="8554689" cy="5309534"/>
          </a:xfr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5D74AA0-35DD-764B-F3C0-5ECE2236E1C8}"/>
              </a:ext>
            </a:extLst>
          </p:cNvPr>
          <p:cNvCxnSpPr>
            <a:cxnSpLocks/>
          </p:cNvCxnSpPr>
          <p:nvPr/>
        </p:nvCxnSpPr>
        <p:spPr>
          <a:xfrm flipH="1">
            <a:off x="8775700" y="3111500"/>
            <a:ext cx="1701800" cy="244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FE8A3AE-E1B6-A94E-7C86-528849D7B52B}"/>
              </a:ext>
            </a:extLst>
          </p:cNvPr>
          <p:cNvSpPr txBox="1"/>
          <p:nvPr/>
        </p:nvSpPr>
        <p:spPr>
          <a:xfrm>
            <a:off x="10477500" y="2833132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Budburst</a:t>
            </a:r>
            <a:endParaRPr lang="en-GB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9E2F8F7-A542-4D12-3444-9EE948B6280A}"/>
              </a:ext>
            </a:extLst>
          </p:cNvPr>
          <p:cNvCxnSpPr>
            <a:cxnSpLocks/>
            <a:stCxn id="12" idx="1"/>
          </p:cNvCxnSpPr>
          <p:nvPr/>
        </p:nvCxnSpPr>
        <p:spPr>
          <a:xfrm flipH="1">
            <a:off x="7124700" y="4980116"/>
            <a:ext cx="3352800" cy="6205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9FC8493-0AD6-BDCD-FA4F-8FDE947FB7F5}"/>
              </a:ext>
            </a:extLst>
          </p:cNvPr>
          <p:cNvSpPr txBox="1"/>
          <p:nvPr/>
        </p:nvSpPr>
        <p:spPr>
          <a:xfrm>
            <a:off x="10477500" y="4795450"/>
            <a:ext cx="1130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Budset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F2B93A-CB40-DAF3-E74D-8368928952C9}"/>
              </a:ext>
            </a:extLst>
          </p:cNvPr>
          <p:cNvSpPr txBox="1"/>
          <p:nvPr/>
        </p:nvSpPr>
        <p:spPr>
          <a:xfrm>
            <a:off x="9626600" y="432018"/>
            <a:ext cx="2247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Origin date (planting date) = 20/06/2023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2684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A2CE3E1-04C3-C3BF-742C-0BCABABAA3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803" y="1316326"/>
            <a:ext cx="8560393" cy="5313074"/>
          </a:xfr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78994BB-FF3F-9B64-8EE7-6BC8F9927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900" y="228600"/>
            <a:ext cx="9875838" cy="1355725"/>
          </a:xfrm>
        </p:spPr>
        <p:txBody>
          <a:bodyPr/>
          <a:lstStyle/>
          <a:p>
            <a:r>
              <a:rPr lang="de-CH" dirty="0"/>
              <a:t>Budset &amp; Budburst - Type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2346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7EE4B-07AE-A580-2F47-92BB45834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567" y="246696"/>
            <a:ext cx="9875520" cy="1356360"/>
          </a:xfrm>
        </p:spPr>
        <p:txBody>
          <a:bodyPr/>
          <a:lstStyle/>
          <a:p>
            <a:r>
              <a:rPr lang="de-CH" dirty="0"/>
              <a:t>Difference between budset and budburst</a:t>
            </a:r>
            <a:endParaRPr lang="en-GB" dirty="0"/>
          </a:p>
        </p:txBody>
      </p:sp>
      <p:pic>
        <p:nvPicPr>
          <p:cNvPr id="5" name="Content Placeholder 4" descr="A graph of a number of days between budget and budburst&#10;&#10;AI-generated content may be incorrect.">
            <a:extLst>
              <a:ext uri="{FF2B5EF4-FFF2-40B4-BE49-F238E27FC236}">
                <a16:creationId xmlns:a16="http://schemas.microsoft.com/office/drawing/2014/main" id="{B4DE219A-B6A9-5821-1F9D-1F5634FAB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1157188"/>
            <a:ext cx="5799488" cy="5448879"/>
          </a:xfr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B172020-44E6-DE5B-B25B-D5496F6A2FBE}"/>
              </a:ext>
            </a:extLst>
          </p:cNvPr>
          <p:cNvSpPr/>
          <p:nvPr/>
        </p:nvSpPr>
        <p:spPr>
          <a:xfrm>
            <a:off x="1540526" y="5448299"/>
            <a:ext cx="876300" cy="447675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08A697B-293A-3B9A-EA5D-A7F12FE9C9F9}"/>
              </a:ext>
            </a:extLst>
          </p:cNvPr>
          <p:cNvCxnSpPr>
            <a:cxnSpLocks/>
            <a:stCxn id="7" idx="2"/>
            <a:endCxn id="8" idx="2"/>
          </p:cNvCxnSpPr>
          <p:nvPr/>
        </p:nvCxnSpPr>
        <p:spPr>
          <a:xfrm rot="5400000" flipH="1" flipV="1">
            <a:off x="4518700" y="2762781"/>
            <a:ext cx="593168" cy="5673217"/>
          </a:xfrm>
          <a:prstGeom prst="bentConnector3">
            <a:avLst>
              <a:gd name="adj1" fmla="val -3853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D12648D-5A86-B45C-F50D-F34B91A73BAD}"/>
              </a:ext>
            </a:extLst>
          </p:cNvPr>
          <p:cNvGrpSpPr/>
          <p:nvPr/>
        </p:nvGrpSpPr>
        <p:grpSpPr>
          <a:xfrm>
            <a:off x="6588410" y="3733145"/>
            <a:ext cx="4852162" cy="1938992"/>
            <a:chOff x="6588410" y="4420969"/>
            <a:chExt cx="4852162" cy="193899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73C7F82-E832-0C7D-BDE0-799839FE8646}"/>
                </a:ext>
              </a:extLst>
            </p:cNvPr>
            <p:cNvSpPr txBox="1"/>
            <p:nvPr/>
          </p:nvSpPr>
          <p:spPr>
            <a:xfrm>
              <a:off x="6588410" y="5067300"/>
              <a:ext cx="21269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6 trees with budset recorded after budburst</a:t>
              </a:r>
              <a:endParaRPr lang="en-GB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DA960C-4FF0-9727-FDC7-DEC5A1B3D69A}"/>
                </a:ext>
              </a:extLst>
            </p:cNvPr>
            <p:cNvSpPr txBox="1"/>
            <p:nvPr/>
          </p:nvSpPr>
          <p:spPr>
            <a:xfrm>
              <a:off x="9020360" y="4420969"/>
              <a:ext cx="24202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4 Regen (</a:t>
              </a:r>
              <a:r>
                <a:rPr lang="en-GB" dirty="0" err="1"/>
                <a:t>Rowens</a:t>
              </a:r>
              <a:r>
                <a:rPr lang="en-GB" dirty="0"/>
                <a:t>, North Coast)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6CE414E-3410-1510-03EE-285BDB52B742}"/>
                </a:ext>
              </a:extLst>
            </p:cNvPr>
            <p:cNvSpPr txBox="1"/>
            <p:nvPr/>
          </p:nvSpPr>
          <p:spPr>
            <a:xfrm>
              <a:off x="9000694" y="5205799"/>
              <a:ext cx="242021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Plantation (</a:t>
              </a:r>
              <a:r>
                <a:rPr lang="en-GB" dirty="0" err="1"/>
                <a:t>Rowens</a:t>
              </a:r>
              <a:r>
                <a:rPr lang="en-GB" dirty="0"/>
                <a:t>, North Coast) 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10BF767-68F0-A2DB-F5BC-1D0E94E05BEB}"/>
                </a:ext>
              </a:extLst>
            </p:cNvPr>
            <p:cNvSpPr txBox="1"/>
            <p:nvPr/>
          </p:nvSpPr>
          <p:spPr>
            <a:xfrm>
              <a:off x="9020360" y="5990629"/>
              <a:ext cx="17430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1 Origin (Alaska)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BE918CE-CEFB-8E0E-E44F-344B6DD64237}"/>
                </a:ext>
              </a:extLst>
            </p:cNvPr>
            <p:cNvCxnSpPr>
              <a:stCxn id="8" idx="3"/>
              <a:endCxn id="18" idx="1"/>
            </p:cNvCxnSpPr>
            <p:nvPr/>
          </p:nvCxnSpPr>
          <p:spPr>
            <a:xfrm flipV="1">
              <a:off x="8715375" y="4744135"/>
              <a:ext cx="304985" cy="7848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0E964FC-C3D8-69EE-511C-06E93F78CBF8}"/>
                </a:ext>
              </a:extLst>
            </p:cNvPr>
            <p:cNvCxnSpPr>
              <a:cxnSpLocks/>
              <a:stCxn id="8" idx="3"/>
              <a:endCxn id="20" idx="1"/>
            </p:cNvCxnSpPr>
            <p:nvPr/>
          </p:nvCxnSpPr>
          <p:spPr>
            <a:xfrm>
              <a:off x="8715375" y="5528965"/>
              <a:ext cx="28531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55E7990-4745-4C6B-7822-25A01C4CC2BC}"/>
                </a:ext>
              </a:extLst>
            </p:cNvPr>
            <p:cNvCxnSpPr>
              <a:cxnSpLocks/>
              <a:stCxn id="8" idx="3"/>
              <a:endCxn id="22" idx="1"/>
            </p:cNvCxnSpPr>
            <p:nvPr/>
          </p:nvCxnSpPr>
          <p:spPr>
            <a:xfrm>
              <a:off x="8715375" y="5528965"/>
              <a:ext cx="304985" cy="64633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BBE91596-867D-B142-F93D-2DF48B8D6254}"/>
              </a:ext>
            </a:extLst>
          </p:cNvPr>
          <p:cNvSpPr txBox="1"/>
          <p:nvPr/>
        </p:nvSpPr>
        <p:spPr>
          <a:xfrm>
            <a:off x="7651892" y="1603057"/>
            <a:ext cx="41338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no </a:t>
            </a:r>
            <a:r>
              <a:rPr lang="en-GB" dirty="0" err="1"/>
              <a:t>budset</a:t>
            </a:r>
            <a:r>
              <a:rPr lang="en-GB" dirty="0"/>
              <a:t> recorded, then </a:t>
            </a:r>
            <a:r>
              <a:rPr lang="en-GB" dirty="0" err="1"/>
              <a:t>budset</a:t>
            </a:r>
            <a:r>
              <a:rPr lang="en-GB" dirty="0"/>
              <a:t> &amp; budburst simultaneously, then "second" </a:t>
            </a:r>
            <a:r>
              <a:rPr lang="en-GB" dirty="0" err="1"/>
              <a:t>budset</a:t>
            </a:r>
            <a:r>
              <a:rPr lang="en-GB" dirty="0"/>
              <a:t> afterwards??</a:t>
            </a:r>
          </a:p>
          <a:p>
            <a:r>
              <a:rPr lang="en-GB" dirty="0"/>
              <a:t>Probably error in calculating date → check original records</a:t>
            </a:r>
          </a:p>
        </p:txBody>
      </p:sp>
    </p:spTree>
    <p:extLst>
      <p:ext uri="{BB962C8B-B14F-4D97-AF65-F5344CB8AC3E}">
        <p14:creationId xmlns:p14="http://schemas.microsoft.com/office/powerpoint/2010/main" val="15202437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526B4-C28B-9F40-11FC-0C82F8F92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 trait comparisons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4B187-7D1D-6C91-8666-FC9DB4E0FC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Mortality based on Provenance AND Type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27B33-D24F-727E-2389-C5F17212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229" y="1745491"/>
            <a:ext cx="3473629" cy="424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28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77790-0A48-B0C3-E2DE-563D31F33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Missing trait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92CD5-BA4F-A107-6E44-94C41B70B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Dothistroma tolerance</a:t>
            </a:r>
          </a:p>
          <a:p>
            <a:r>
              <a:rPr lang="en-GB" dirty="0" err="1"/>
              <a:t>Root:shoot</a:t>
            </a:r>
            <a:r>
              <a:rPr lang="en-GB" dirty="0"/>
              <a:t> ratio</a:t>
            </a:r>
          </a:p>
        </p:txBody>
      </p:sp>
    </p:spTree>
    <p:extLst>
      <p:ext uri="{BB962C8B-B14F-4D97-AF65-F5344CB8AC3E}">
        <p14:creationId xmlns:p14="http://schemas.microsoft.com/office/powerpoint/2010/main" val="200535796"/>
      </p:ext>
    </p:extLst>
  </p:cSld>
  <p:clrMapOvr>
    <a:masterClrMapping/>
  </p:clrMapOvr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4107</TotalTime>
  <Words>367</Words>
  <Application>Microsoft Office PowerPoint</Application>
  <PresentationFormat>Widescreen</PresentationFormat>
  <Paragraphs>87</Paragraphs>
  <Slides>31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Corbel</vt:lpstr>
      <vt:lpstr>Helvetica</vt:lpstr>
      <vt:lpstr>Basis</vt:lpstr>
      <vt:lpstr>Rapid Adaptation</vt:lpstr>
      <vt:lpstr>Tree status – 2024-2025</vt:lpstr>
      <vt:lpstr>How many families in each type &amp; provenance?</vt:lpstr>
      <vt:lpstr>Provenance distribution</vt:lpstr>
      <vt:lpstr>Status – by Provenance</vt:lpstr>
      <vt:lpstr>Type distribution</vt:lpstr>
      <vt:lpstr>Status – by Type</vt:lpstr>
      <vt:lpstr>Status – by Block</vt:lpstr>
      <vt:lpstr>Family distribution</vt:lpstr>
      <vt:lpstr>Status – by Family</vt:lpstr>
      <vt:lpstr>Interaction</vt:lpstr>
      <vt:lpstr>DBB</vt:lpstr>
      <vt:lpstr>Height</vt:lpstr>
      <vt:lpstr>Height – by Provenance</vt:lpstr>
      <vt:lpstr>Height – by Type</vt:lpstr>
      <vt:lpstr>Budset &amp; Budburst</vt:lpstr>
      <vt:lpstr>Budset – by provenance</vt:lpstr>
      <vt:lpstr>Budset – by Provenance</vt:lpstr>
      <vt:lpstr>Budset – by Type</vt:lpstr>
      <vt:lpstr>Budset by Type</vt:lpstr>
      <vt:lpstr>Budburst – by Provenance</vt:lpstr>
      <vt:lpstr>Burburst - by Provenance</vt:lpstr>
      <vt:lpstr>Budburst – by Type</vt:lpstr>
      <vt:lpstr>Budburst by Type</vt:lpstr>
      <vt:lpstr>Overlay BS &amp; BB data with temperature</vt:lpstr>
      <vt:lpstr>Cumulative BS/BB curve (per provenance/type)</vt:lpstr>
      <vt:lpstr>Budset &amp; Budburst - Provenance</vt:lpstr>
      <vt:lpstr>Budset &amp; Budburst - Type</vt:lpstr>
      <vt:lpstr>Difference between budset and budburst</vt:lpstr>
      <vt:lpstr>Missing  trait comparisons</vt:lpstr>
      <vt:lpstr>Missing trait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Dickenmann</dc:creator>
  <cp:lastModifiedBy>Luisa Dickenmann</cp:lastModifiedBy>
  <cp:revision>1</cp:revision>
  <dcterms:created xsi:type="dcterms:W3CDTF">2025-12-02T15:36:41Z</dcterms:created>
  <dcterms:modified xsi:type="dcterms:W3CDTF">2026-01-19T15:59:50Z</dcterms:modified>
</cp:coreProperties>
</file>