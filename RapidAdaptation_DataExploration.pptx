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57" r:id="rId3"/>
    <p:sldId id="285" r:id="rId4"/>
    <p:sldId id="271" r:id="rId5"/>
    <p:sldId id="269" r:id="rId6"/>
    <p:sldId id="268" r:id="rId7"/>
    <p:sldId id="267" r:id="rId8"/>
    <p:sldId id="270" r:id="rId9"/>
    <p:sldId id="289" r:id="rId10"/>
    <p:sldId id="272" r:id="rId11"/>
    <p:sldId id="288" r:id="rId12"/>
    <p:sldId id="258" r:id="rId13"/>
    <p:sldId id="259" r:id="rId14"/>
    <p:sldId id="262" r:id="rId15"/>
    <p:sldId id="266" r:id="rId16"/>
    <p:sldId id="284" r:id="rId17"/>
    <p:sldId id="261" r:id="rId18"/>
    <p:sldId id="275" r:id="rId19"/>
    <p:sldId id="276" r:id="rId20"/>
    <p:sldId id="263" r:id="rId21"/>
    <p:sldId id="265" r:id="rId22"/>
    <p:sldId id="277" r:id="rId23"/>
    <p:sldId id="278" r:id="rId24"/>
    <p:sldId id="264" r:id="rId25"/>
    <p:sldId id="290" r:id="rId26"/>
    <p:sldId id="286" r:id="rId27"/>
    <p:sldId id="287" r:id="rId28"/>
    <p:sldId id="282" r:id="rId29"/>
    <p:sldId id="283" r:id="rId30"/>
    <p:sldId id="281" r:id="rId31"/>
    <p:sldId id="280" r:id="rId32"/>
    <p:sldId id="279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F8172B-23CC-43AF-8874-FD0289D90325}" v="11" dt="2026-01-20T10:03:07.8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64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85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12T09:54:28.617" v="4098" actId="20577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11T16:43:25.318" v="3529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11T16:43:25.318" v="3529" actId="1076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12T09:54:14.818" v="4039" actId="1076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</pc:sldChg>
      <pc:sldChg chg="addSp delSp modSp new del mod">
        <pc:chgData name="Luisa Dickenmann" userId="0c0840b0-1ae7-42c8-98b5-b02d8f71a603" providerId="ADAL" clId="{100BBC7B-7ACA-4A4D-BA33-DEF31D162335}" dt="2025-12-11T16:47:40.889" v="3766" actId="47"/>
        <pc:sldMkLst>
          <pc:docMk/>
          <pc:sldMk cId="1622543642" sldId="273"/>
        </pc:sldMkLst>
      </pc:sldChg>
      <pc:sldChg chg="addSp delSp modSp new del mod">
        <pc:chgData name="Luisa Dickenmann" userId="0c0840b0-1ae7-42c8-98b5-b02d8f71a603" providerId="ADAL" clId="{100BBC7B-7ACA-4A4D-BA33-DEF31D162335}" dt="2025-12-11T16:48:37.120" v="3799" actId="47"/>
        <pc:sldMkLst>
          <pc:docMk/>
          <pc:sldMk cId="4222636709" sldId="274"/>
        </pc:sldMkLst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  <pc:sldChg chg="addSp delSp modSp new mod modNotesTx">
        <pc:chgData name="Luisa Dickenmann" userId="0c0840b0-1ae7-42c8-98b5-b02d8f71a603" providerId="ADAL" clId="{100BBC7B-7ACA-4A4D-BA33-DEF31D162335}" dt="2025-12-11T16:50:14.011" v="3816" actId="1076"/>
        <pc:sldMkLst>
          <pc:docMk/>
          <pc:sldMk cId="1520243702" sldId="281"/>
        </pc:sldMkLst>
        <pc:spChg chg="mod">
          <ac:chgData name="Luisa Dickenmann" userId="0c0840b0-1ae7-42c8-98b5-b02d8f71a603" providerId="ADAL" clId="{100BBC7B-7ACA-4A4D-BA33-DEF31D162335}" dt="2025-12-11T16:50:01.169" v="3812" actId="1076"/>
          <ac:spMkLst>
            <pc:docMk/>
            <pc:sldMk cId="1520243702" sldId="281"/>
            <ac:spMk id="2" creationId="{D4D7EE4B-07AE-A580-2F47-92BB4583481C}"/>
          </ac:spMkLst>
        </pc:spChg>
        <pc:spChg chg="add mod">
          <ac:chgData name="Luisa Dickenmann" userId="0c0840b0-1ae7-42c8-98b5-b02d8f71a603" providerId="ADAL" clId="{100BBC7B-7ACA-4A4D-BA33-DEF31D162335}" dt="2025-12-11T16:50:14.011" v="3816" actId="1076"/>
          <ac:spMkLst>
            <pc:docMk/>
            <pc:sldMk cId="1520243702" sldId="281"/>
            <ac:spMk id="7" creationId="{CB172020-44E6-DE5B-B25B-D5496F6A2FBE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8" creationId="{773C7F82-E832-0C7D-BDE0-799839FE8646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18" creationId="{AFDA960C-4FF0-9727-FDC7-DEC5A1B3D69A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0" creationId="{76CE414E-3410-1510-03EE-285BDB52B742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2" creationId="{110BF767-68F0-A2DB-F5BC-1D0E94E05BEB}"/>
          </ac:spMkLst>
        </pc:spChg>
        <pc:spChg chg="add mod">
          <ac:chgData name="Luisa Dickenmann" userId="0c0840b0-1ae7-42c8-98b5-b02d8f71a603" providerId="ADAL" clId="{100BBC7B-7ACA-4A4D-BA33-DEF31D162335}" dt="2025-12-11T16:20:01.137" v="3122" actId="20577"/>
          <ac:spMkLst>
            <pc:docMk/>
            <pc:sldMk cId="1520243702" sldId="281"/>
            <ac:spMk id="45" creationId="{BBE91596-867D-B142-F93D-2DF48B8D6254}"/>
          </ac:spMkLst>
        </pc:spChg>
        <pc:grpChg chg="add mod">
          <ac:chgData name="Luisa Dickenmann" userId="0c0840b0-1ae7-42c8-98b5-b02d8f71a603" providerId="ADAL" clId="{100BBC7B-7ACA-4A4D-BA33-DEF31D162335}" dt="2025-12-11T14:17:08.267" v="2959" actId="1076"/>
          <ac:grpSpMkLst>
            <pc:docMk/>
            <pc:sldMk cId="1520243702" sldId="281"/>
            <ac:grpSpMk id="43" creationId="{BD12648D-5A86-B45C-F50D-F34B91A73BAD}"/>
          </ac:grpSpMkLst>
        </pc:grpChg>
        <pc:picChg chg="add mod">
          <ac:chgData name="Luisa Dickenmann" userId="0c0840b0-1ae7-42c8-98b5-b02d8f71a603" providerId="ADAL" clId="{100BBC7B-7ACA-4A4D-BA33-DEF31D162335}" dt="2025-12-11T16:50:09.224" v="3815" actId="14100"/>
          <ac:picMkLst>
            <pc:docMk/>
            <pc:sldMk cId="1520243702" sldId="281"/>
            <ac:picMk id="5" creationId="{B4DE219A-B6A9-5821-1F9D-1F5634FAB1A3}"/>
          </ac:picMkLst>
        </pc:picChg>
        <pc:cxnChg chg="add mod">
          <ac:chgData name="Luisa Dickenmann" userId="0c0840b0-1ae7-42c8-98b5-b02d8f71a603" providerId="ADAL" clId="{100BBC7B-7ACA-4A4D-BA33-DEF31D162335}" dt="2025-12-11T16:50:14.011" v="3816" actId="1076"/>
          <ac:cxnSpMkLst>
            <pc:docMk/>
            <pc:sldMk cId="1520243702" sldId="281"/>
            <ac:cxnSpMk id="10" creationId="{F08A697B-293A-3B9A-EA5D-A7F12FE9C9F9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5" creationId="{4BE918CE-CEFB-8E0E-E44F-344B6DD64237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6" creationId="{20E964FC-C3D8-69EE-511C-06E93F78CBF8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9" creationId="{455E7990-4745-4C6B-7822-25A01C4CC2BC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44:34.738" v="3560" actId="20577"/>
        <pc:sldMkLst>
          <pc:docMk/>
          <pc:sldMk cId="232684958" sldId="282"/>
        </pc:sldMkLst>
        <pc:spChg chg="mod">
          <ac:chgData name="Luisa Dickenmann" userId="0c0840b0-1ae7-42c8-98b5-b02d8f71a603" providerId="ADAL" clId="{100BBC7B-7ACA-4A4D-BA33-DEF31D162335}" dt="2025-12-11T16:31:06.999" v="3265" actId="20577"/>
          <ac:spMkLst>
            <pc:docMk/>
            <pc:sldMk cId="232684958" sldId="282"/>
            <ac:spMk id="2" creationId="{EF986BC2-00B2-FE0A-3FD2-8B3983EDDD41}"/>
          </ac:spMkLst>
        </pc:spChg>
        <pc:spChg chg="add mod">
          <ac:chgData name="Luisa Dickenmann" userId="0c0840b0-1ae7-42c8-98b5-b02d8f71a603" providerId="ADAL" clId="{100BBC7B-7ACA-4A4D-BA33-DEF31D162335}" dt="2025-12-11T16:29:07.112" v="3175" actId="1076"/>
          <ac:spMkLst>
            <pc:docMk/>
            <pc:sldMk cId="232684958" sldId="282"/>
            <ac:spMk id="10" creationId="{AFE8A3AE-E1B6-A94E-7C86-528849D7B52B}"/>
          </ac:spMkLst>
        </pc:spChg>
        <pc:spChg chg="add mod">
          <ac:chgData name="Luisa Dickenmann" userId="0c0840b0-1ae7-42c8-98b5-b02d8f71a603" providerId="ADAL" clId="{100BBC7B-7ACA-4A4D-BA33-DEF31D162335}" dt="2025-12-11T16:29:43.319" v="3195" actId="1076"/>
          <ac:spMkLst>
            <pc:docMk/>
            <pc:sldMk cId="232684958" sldId="282"/>
            <ac:spMk id="12" creationId="{A9FC8493-0AD6-BDCD-FA4F-8FDE947FB7F5}"/>
          </ac:spMkLst>
        </pc:spChg>
        <pc:spChg chg="add mod">
          <ac:chgData name="Luisa Dickenmann" userId="0c0840b0-1ae7-42c8-98b5-b02d8f71a603" providerId="ADAL" clId="{100BBC7B-7ACA-4A4D-BA33-DEF31D162335}" dt="2025-12-11T16:44:34.738" v="3560" actId="20577"/>
          <ac:spMkLst>
            <pc:docMk/>
            <pc:sldMk cId="232684958" sldId="282"/>
            <ac:spMk id="17" creationId="{CEF2B93A-CB40-DAF3-E74D-8368928952C9}"/>
          </ac:spMkLst>
        </pc:spChg>
        <pc:picChg chg="add mod">
          <ac:chgData name="Luisa Dickenmann" userId="0c0840b0-1ae7-42c8-98b5-b02d8f71a603" providerId="ADAL" clId="{100BBC7B-7ACA-4A4D-BA33-DEF31D162335}" dt="2025-12-11T16:29:29.488" v="3192" actId="1035"/>
          <ac:picMkLst>
            <pc:docMk/>
            <pc:sldMk cId="232684958" sldId="282"/>
            <ac:picMk id="5" creationId="{9E7923FB-1127-0B4E-8720-F56777E2285D}"/>
          </ac:picMkLst>
        </pc:picChg>
        <pc:cxnChg chg="add mod">
          <ac:chgData name="Luisa Dickenmann" userId="0c0840b0-1ae7-42c8-98b5-b02d8f71a603" providerId="ADAL" clId="{100BBC7B-7ACA-4A4D-BA33-DEF31D162335}" dt="2025-12-11T16:29:39.167" v="3194" actId="14100"/>
          <ac:cxnSpMkLst>
            <pc:docMk/>
            <pc:sldMk cId="232684958" sldId="282"/>
            <ac:cxnSpMk id="7" creationId="{25D74AA0-35DD-764B-F3C0-5ECE2236E1C8}"/>
          </ac:cxnSpMkLst>
        </pc:cxnChg>
        <pc:cxnChg chg="add mod">
          <ac:chgData name="Luisa Dickenmann" userId="0c0840b0-1ae7-42c8-98b5-b02d8f71a603" providerId="ADAL" clId="{100BBC7B-7ACA-4A4D-BA33-DEF31D162335}" dt="2025-12-11T16:29:46.580" v="3196" actId="14100"/>
          <ac:cxnSpMkLst>
            <pc:docMk/>
            <pc:sldMk cId="232684958" sldId="282"/>
            <ac:cxnSpMk id="11" creationId="{F9E2F8F7-A542-4D12-3444-9EE948B6280A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39:33.456" v="3280" actId="1076"/>
        <pc:sldMkLst>
          <pc:docMk/>
          <pc:sldMk cId="4142346926" sldId="283"/>
        </pc:sldMkLst>
        <pc:spChg chg="add mod">
          <ac:chgData name="Luisa Dickenmann" userId="0c0840b0-1ae7-42c8-98b5-b02d8f71a603" providerId="ADAL" clId="{100BBC7B-7ACA-4A4D-BA33-DEF31D162335}" dt="2025-12-11T16:31:21.028" v="3273" actId="20577"/>
          <ac:spMkLst>
            <pc:docMk/>
            <pc:sldMk cId="4142346926" sldId="283"/>
            <ac:spMk id="4" creationId="{478994BB-FF3F-9B64-8EE7-6BC8F9927B16}"/>
          </ac:spMkLst>
        </pc:spChg>
        <pc:picChg chg="add mod">
          <ac:chgData name="Luisa Dickenmann" userId="0c0840b0-1ae7-42c8-98b5-b02d8f71a603" providerId="ADAL" clId="{100BBC7B-7ACA-4A4D-BA33-DEF31D162335}" dt="2025-12-11T16:39:33.456" v="3280" actId="1076"/>
          <ac:picMkLst>
            <pc:docMk/>
            <pc:sldMk cId="4142346926" sldId="283"/>
            <ac:picMk id="6" creationId="{3A2CE3E1-04C3-C3BF-742C-0BCABABAA34C}"/>
          </ac:picMkLst>
        </pc:picChg>
      </pc:sldChg>
      <pc:sldChg chg="modSp new mod">
        <pc:chgData name="Luisa Dickenmann" userId="0c0840b0-1ae7-42c8-98b5-b02d8f71a603" providerId="ADAL" clId="{100BBC7B-7ACA-4A4D-BA33-DEF31D162335}" dt="2025-12-11T16:49:37.056" v="3810" actId="20577"/>
        <pc:sldMkLst>
          <pc:docMk/>
          <pc:sldMk cId="536145808" sldId="284"/>
        </pc:sldMkLst>
        <pc:spChg chg="mod">
          <ac:chgData name="Luisa Dickenmann" userId="0c0840b0-1ae7-42c8-98b5-b02d8f71a603" providerId="ADAL" clId="{100BBC7B-7ACA-4A4D-BA33-DEF31D162335}" dt="2025-12-11T16:40:15.175" v="3311" actId="20577"/>
          <ac:spMkLst>
            <pc:docMk/>
            <pc:sldMk cId="536145808" sldId="284"/>
            <ac:spMk id="2" creationId="{453C67C6-7C6F-9EC2-BC2C-F591BF4901DA}"/>
          </ac:spMkLst>
        </pc:spChg>
        <pc:spChg chg="mod">
          <ac:chgData name="Luisa Dickenmann" userId="0c0840b0-1ae7-42c8-98b5-b02d8f71a603" providerId="ADAL" clId="{100BBC7B-7ACA-4A4D-BA33-DEF31D162335}" dt="2025-12-11T16:49:37.056" v="3810" actId="20577"/>
          <ac:spMkLst>
            <pc:docMk/>
            <pc:sldMk cId="536145808" sldId="284"/>
            <ac:spMk id="3" creationId="{4667D288-CBE2-F195-7FFC-C90ACACBE117}"/>
          </ac:spMkLst>
        </pc:spChg>
      </pc:sldChg>
      <pc:sldChg chg="modSp new mod">
        <pc:chgData name="Luisa Dickenmann" userId="0c0840b0-1ae7-42c8-98b5-b02d8f71a603" providerId="ADAL" clId="{100BBC7B-7ACA-4A4D-BA33-DEF31D162335}" dt="2025-12-12T09:51:44.542" v="3894" actId="20577"/>
        <pc:sldMkLst>
          <pc:docMk/>
          <pc:sldMk cId="1156399153" sldId="285"/>
        </pc:sldMkLst>
        <pc:spChg chg="mod">
          <ac:chgData name="Luisa Dickenmann" userId="0c0840b0-1ae7-42c8-98b5-b02d8f71a603" providerId="ADAL" clId="{100BBC7B-7ACA-4A4D-BA33-DEF31D162335}" dt="2025-12-12T09:51:44.542" v="3894" actId="20577"/>
          <ac:spMkLst>
            <pc:docMk/>
            <pc:sldMk cId="1156399153" sldId="285"/>
            <ac:spMk id="2" creationId="{00CF54C3-63C1-3F02-8A60-6328BB58EECF}"/>
          </ac:spMkLst>
        </pc:spChg>
      </pc:sldChg>
      <pc:sldChg chg="modSp new mod">
        <pc:chgData name="Luisa Dickenmann" userId="0c0840b0-1ae7-42c8-98b5-b02d8f71a603" providerId="ADAL" clId="{100BBC7B-7ACA-4A4D-BA33-DEF31D162335}" dt="2025-12-12T09:52:30.375" v="3941" actId="20577"/>
        <pc:sldMkLst>
          <pc:docMk/>
          <pc:sldMk cId="3635244816" sldId="286"/>
        </pc:sldMkLst>
        <pc:spChg chg="mod">
          <ac:chgData name="Luisa Dickenmann" userId="0c0840b0-1ae7-42c8-98b5-b02d8f71a603" providerId="ADAL" clId="{100BBC7B-7ACA-4A4D-BA33-DEF31D162335}" dt="2025-12-12T09:52:30.375" v="3941" actId="20577"/>
          <ac:spMkLst>
            <pc:docMk/>
            <pc:sldMk cId="3635244816" sldId="286"/>
            <ac:spMk id="2" creationId="{7C06FE14-95D7-2C34-3B1C-7E62C27D5BD5}"/>
          </ac:spMkLst>
        </pc:spChg>
      </pc:sldChg>
      <pc:sldChg chg="modSp new mod">
        <pc:chgData name="Luisa Dickenmann" userId="0c0840b0-1ae7-42c8-98b5-b02d8f71a603" providerId="ADAL" clId="{100BBC7B-7ACA-4A4D-BA33-DEF31D162335}" dt="2025-12-12T09:53:12.722" v="3989" actId="20577"/>
        <pc:sldMkLst>
          <pc:docMk/>
          <pc:sldMk cId="4162262758" sldId="287"/>
        </pc:sldMkLst>
        <pc:spChg chg="mod">
          <ac:chgData name="Luisa Dickenmann" userId="0c0840b0-1ae7-42c8-98b5-b02d8f71a603" providerId="ADAL" clId="{100BBC7B-7ACA-4A4D-BA33-DEF31D162335}" dt="2025-12-12T09:53:12.722" v="3989" actId="20577"/>
          <ac:spMkLst>
            <pc:docMk/>
            <pc:sldMk cId="4162262758" sldId="287"/>
            <ac:spMk id="2" creationId="{8FEE9FEA-9B3E-6A9F-C090-44E2DA4F43D8}"/>
          </ac:spMkLst>
        </pc:spChg>
      </pc:sldChg>
      <pc:sldChg chg="modSp new mod">
        <pc:chgData name="Luisa Dickenmann" userId="0c0840b0-1ae7-42c8-98b5-b02d8f71a603" providerId="ADAL" clId="{100BBC7B-7ACA-4A4D-BA33-DEF31D162335}" dt="2025-12-12T09:54:28.617" v="4098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00BBC7B-7ACA-4A4D-BA33-DEF31D162335}" dt="2025-12-12T09:53:44.675" v="4001" actId="20577"/>
          <ac:spMkLst>
            <pc:docMk/>
            <pc:sldMk cId="3026645936" sldId="288"/>
            <ac:spMk id="2" creationId="{BA21E4DD-A0E9-85A5-076F-15D48EB17A60}"/>
          </ac:spMkLst>
        </pc:spChg>
      </pc:sldChg>
    </pc:docChg>
  </pc:docChgLst>
  <pc:docChgLst>
    <pc:chgData name="Luisa Dickenmann" userId="0c0840b0-1ae7-42c8-98b5-b02d8f71a603" providerId="ADAL" clId="{14F8172B-23CC-43AF-8874-FD0289D90325}"/>
    <pc:docChg chg="undo custSel addSld modSld">
      <pc:chgData name="Luisa Dickenmann" userId="0c0840b0-1ae7-42c8-98b5-b02d8f71a603" providerId="ADAL" clId="{14F8172B-23CC-43AF-8874-FD0289D90325}" dt="2026-01-20T10:03:38.989" v="497" actId="14100"/>
      <pc:docMkLst>
        <pc:docMk/>
      </pc:docMkLst>
      <pc:sldChg chg="delSp mod">
        <pc:chgData name="Luisa Dickenmann" userId="0c0840b0-1ae7-42c8-98b5-b02d8f71a603" providerId="ADAL" clId="{14F8172B-23CC-43AF-8874-FD0289D90325}" dt="2026-01-20T09:59:25.610" v="395" actId="478"/>
        <pc:sldMkLst>
          <pc:docMk/>
          <pc:sldMk cId="2468455985" sldId="262"/>
        </pc:sldMkLst>
        <pc:spChg chg="del">
          <ac:chgData name="Luisa Dickenmann" userId="0c0840b0-1ae7-42c8-98b5-b02d8f71a603" providerId="ADAL" clId="{14F8172B-23CC-43AF-8874-FD0289D90325}" dt="2026-01-20T09:59:25.610" v="395" actId="478"/>
          <ac:spMkLst>
            <pc:docMk/>
            <pc:sldMk cId="2468455985" sldId="262"/>
            <ac:spMk id="6" creationId="{85B2C7B7-4BA9-EB08-7CDD-E8CB7044D6E1}"/>
          </ac:spMkLst>
        </pc:spChg>
      </pc:sldChg>
      <pc:sldChg chg="addSp delSp modSp mod">
        <pc:chgData name="Luisa Dickenmann" userId="0c0840b0-1ae7-42c8-98b5-b02d8f71a603" providerId="ADAL" clId="{14F8172B-23CC-43AF-8874-FD0289D90325}" dt="2026-01-20T09:07:22.255" v="178" actId="1076"/>
        <pc:sldMkLst>
          <pc:docMk/>
          <pc:sldMk cId="4087577250" sldId="272"/>
        </pc:sldMkLst>
        <pc:spChg chg="del mod">
          <ac:chgData name="Luisa Dickenmann" userId="0c0840b0-1ae7-42c8-98b5-b02d8f71a603" providerId="ADAL" clId="{14F8172B-23CC-43AF-8874-FD0289D90325}" dt="2026-01-20T09:03:48.257" v="41" actId="478"/>
          <ac:spMkLst>
            <pc:docMk/>
            <pc:sldMk cId="4087577250" sldId="272"/>
            <ac:spMk id="3" creationId="{C4409357-62AB-C53D-577F-0FF4CFF2F18D}"/>
          </ac:spMkLst>
        </pc:spChg>
        <pc:spChg chg="del">
          <ac:chgData name="Luisa Dickenmann" userId="0c0840b0-1ae7-42c8-98b5-b02d8f71a603" providerId="ADAL" clId="{14F8172B-23CC-43AF-8874-FD0289D90325}" dt="2026-01-20T09:03:48.257" v="41" actId="478"/>
          <ac:spMkLst>
            <pc:docMk/>
            <pc:sldMk cId="4087577250" sldId="272"/>
            <ac:spMk id="4" creationId="{79AA551E-FA63-960E-F087-D4304A8C24A0}"/>
          </ac:spMkLst>
        </pc:spChg>
        <pc:spChg chg="del">
          <ac:chgData name="Luisa Dickenmann" userId="0c0840b0-1ae7-42c8-98b5-b02d8f71a603" providerId="ADAL" clId="{14F8172B-23CC-43AF-8874-FD0289D90325}" dt="2026-01-20T09:03:52.692" v="42" actId="478"/>
          <ac:spMkLst>
            <pc:docMk/>
            <pc:sldMk cId="4087577250" sldId="272"/>
            <ac:spMk id="6" creationId="{C5012472-E3FE-9887-B742-0271FEB26237}"/>
          </ac:spMkLst>
        </pc:spChg>
        <pc:spChg chg="add del mod">
          <ac:chgData name="Luisa Dickenmann" userId="0c0840b0-1ae7-42c8-98b5-b02d8f71a603" providerId="ADAL" clId="{14F8172B-23CC-43AF-8874-FD0289D90325}" dt="2026-01-20T09:05:46.036" v="44" actId="931"/>
          <ac:spMkLst>
            <pc:docMk/>
            <pc:sldMk cId="4087577250" sldId="272"/>
            <ac:spMk id="8" creationId="{4636A8C1-901A-F852-882B-F93096F3CBC4}"/>
          </ac:spMkLst>
        </pc:spChg>
        <pc:spChg chg="add del mod">
          <ac:chgData name="Luisa Dickenmann" userId="0c0840b0-1ae7-42c8-98b5-b02d8f71a603" providerId="ADAL" clId="{14F8172B-23CC-43AF-8874-FD0289D90325}" dt="2026-01-20T09:06:33.305" v="57" actId="931"/>
          <ac:spMkLst>
            <pc:docMk/>
            <pc:sldMk cId="4087577250" sldId="272"/>
            <ac:spMk id="12" creationId="{F6C0E19E-2012-166C-E9C8-C8900361B22C}"/>
          </ac:spMkLst>
        </pc:spChg>
        <pc:spChg chg="add mod">
          <ac:chgData name="Luisa Dickenmann" userId="0c0840b0-1ae7-42c8-98b5-b02d8f71a603" providerId="ADAL" clId="{14F8172B-23CC-43AF-8874-FD0289D90325}" dt="2026-01-20T09:07:22.255" v="178" actId="1076"/>
          <ac:spMkLst>
            <pc:docMk/>
            <pc:sldMk cId="4087577250" sldId="272"/>
            <ac:spMk id="15" creationId="{0410B80A-483E-9758-D0BC-2A3FAA118722}"/>
          </ac:spMkLst>
        </pc:spChg>
        <pc:picChg chg="del">
          <ac:chgData name="Luisa Dickenmann" userId="0c0840b0-1ae7-42c8-98b5-b02d8f71a603" providerId="ADAL" clId="{14F8172B-23CC-43AF-8874-FD0289D90325}" dt="2026-01-20T09:03:36.939" v="37" actId="478"/>
          <ac:picMkLst>
            <pc:docMk/>
            <pc:sldMk cId="4087577250" sldId="272"/>
            <ac:picMk id="5" creationId="{88AB1702-AC8E-BCAE-24FC-C14A03615DD3}"/>
          </ac:picMkLst>
        </pc:picChg>
        <pc:picChg chg="add del mod">
          <ac:chgData name="Luisa Dickenmann" userId="0c0840b0-1ae7-42c8-98b5-b02d8f71a603" providerId="ADAL" clId="{14F8172B-23CC-43AF-8874-FD0289D90325}" dt="2026-01-20T09:06:25.707" v="56" actId="478"/>
          <ac:picMkLst>
            <pc:docMk/>
            <pc:sldMk cId="4087577250" sldId="272"/>
            <ac:picMk id="10" creationId="{C1EF36F1-1A5B-5DDD-9916-942170ECF7F9}"/>
          </ac:picMkLst>
        </pc:picChg>
        <pc:picChg chg="add mod">
          <ac:chgData name="Luisa Dickenmann" userId="0c0840b0-1ae7-42c8-98b5-b02d8f71a603" providerId="ADAL" clId="{14F8172B-23CC-43AF-8874-FD0289D90325}" dt="2026-01-20T09:06:40.201" v="62" actId="1076"/>
          <ac:picMkLst>
            <pc:docMk/>
            <pc:sldMk cId="4087577250" sldId="272"/>
            <ac:picMk id="14" creationId="{E7EA355A-0AE0-3FC7-425D-CC8AF30BA613}"/>
          </ac:picMkLst>
        </pc:picChg>
      </pc:sldChg>
      <pc:sldChg chg="addSp delSp modSp mod">
        <pc:chgData name="Luisa Dickenmann" userId="0c0840b0-1ae7-42c8-98b5-b02d8f71a603" providerId="ADAL" clId="{14F8172B-23CC-43AF-8874-FD0289D90325}" dt="2026-01-20T09:59:00.407" v="394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4F8172B-23CC-43AF-8874-FD0289D90325}" dt="2026-01-20T09:56:51.324" v="208" actId="20577"/>
          <ac:spMkLst>
            <pc:docMk/>
            <pc:sldMk cId="3026645936" sldId="288"/>
            <ac:spMk id="2" creationId="{BA21E4DD-A0E9-85A5-076F-15D48EB17A60}"/>
          </ac:spMkLst>
        </pc:spChg>
        <pc:spChg chg="del">
          <ac:chgData name="Luisa Dickenmann" userId="0c0840b0-1ae7-42c8-98b5-b02d8f71a603" providerId="ADAL" clId="{14F8172B-23CC-43AF-8874-FD0289D90325}" dt="2026-01-20T09:56:33.732" v="179" actId="478"/>
          <ac:spMkLst>
            <pc:docMk/>
            <pc:sldMk cId="3026645936" sldId="288"/>
            <ac:spMk id="3" creationId="{F28F0F0A-631B-70F5-5626-2DE0EA30D885}"/>
          </ac:spMkLst>
        </pc:spChg>
        <pc:spChg chg="add del mod">
          <ac:chgData name="Luisa Dickenmann" userId="0c0840b0-1ae7-42c8-98b5-b02d8f71a603" providerId="ADAL" clId="{14F8172B-23CC-43AF-8874-FD0289D90325}" dt="2026-01-20T09:56:34.065" v="180"/>
          <ac:spMkLst>
            <pc:docMk/>
            <pc:sldMk cId="3026645936" sldId="288"/>
            <ac:spMk id="5" creationId="{7CB32EC1-53CF-C457-B86C-49BEC52998EE}"/>
          </ac:spMkLst>
        </pc:spChg>
        <pc:spChg chg="add mod">
          <ac:chgData name="Luisa Dickenmann" userId="0c0840b0-1ae7-42c8-98b5-b02d8f71a603" providerId="ADAL" clId="{14F8172B-23CC-43AF-8874-FD0289D90325}" dt="2026-01-20T09:59:00.407" v="394" actId="20577"/>
          <ac:spMkLst>
            <pc:docMk/>
            <pc:sldMk cId="3026645936" sldId="288"/>
            <ac:spMk id="8" creationId="{D6308013-9F3B-21BE-2B18-6CC0F86E6950}"/>
          </ac:spMkLst>
        </pc:spChg>
        <pc:picChg chg="add mod">
          <ac:chgData name="Luisa Dickenmann" userId="0c0840b0-1ae7-42c8-98b5-b02d8f71a603" providerId="ADAL" clId="{14F8172B-23CC-43AF-8874-FD0289D90325}" dt="2026-01-20T09:58:42.954" v="361" actId="1076"/>
          <ac:picMkLst>
            <pc:docMk/>
            <pc:sldMk cId="3026645936" sldId="288"/>
            <ac:picMk id="7" creationId="{83FE4AC2-629B-89C2-2501-78DB7F033960}"/>
          </ac:picMkLst>
        </pc:picChg>
      </pc:sldChg>
      <pc:sldChg chg="addSp delSp modSp new mod">
        <pc:chgData name="Luisa Dickenmann" userId="0c0840b0-1ae7-42c8-98b5-b02d8f71a603" providerId="ADAL" clId="{14F8172B-23CC-43AF-8874-FD0289D90325}" dt="2026-01-19T15:59:48.578" v="36" actId="14100"/>
        <pc:sldMkLst>
          <pc:docMk/>
          <pc:sldMk cId="3085592028" sldId="289"/>
        </pc:sldMkLst>
        <pc:spChg chg="mod">
          <ac:chgData name="Luisa Dickenmann" userId="0c0840b0-1ae7-42c8-98b5-b02d8f71a603" providerId="ADAL" clId="{14F8172B-23CC-43AF-8874-FD0289D90325}" dt="2026-01-19T15:59:42.221" v="32" actId="1076"/>
          <ac:spMkLst>
            <pc:docMk/>
            <pc:sldMk cId="3085592028" sldId="289"/>
            <ac:spMk id="2" creationId="{33D63F40-F221-2E7F-F83E-35F6231E0E7B}"/>
          </ac:spMkLst>
        </pc:spChg>
        <pc:spChg chg="del">
          <ac:chgData name="Luisa Dickenmann" userId="0c0840b0-1ae7-42c8-98b5-b02d8f71a603" providerId="ADAL" clId="{14F8172B-23CC-43AF-8874-FD0289D90325}" dt="2026-01-19T15:58:12.368" v="22"/>
          <ac:spMkLst>
            <pc:docMk/>
            <pc:sldMk cId="3085592028" sldId="289"/>
            <ac:spMk id="3" creationId="{8CBA336C-3D2E-6712-47DF-E333BE84B5F6}"/>
          </ac:spMkLst>
        </pc:spChg>
        <pc:spChg chg="add del mod">
          <ac:chgData name="Luisa Dickenmann" userId="0c0840b0-1ae7-42c8-98b5-b02d8f71a603" providerId="ADAL" clId="{14F8172B-23CC-43AF-8874-FD0289D90325}" dt="2026-01-19T15:59:21.470" v="26" actId="931"/>
          <ac:spMkLst>
            <pc:docMk/>
            <pc:sldMk cId="3085592028" sldId="289"/>
            <ac:spMk id="7" creationId="{62224BF0-B41A-33F7-E65B-99D3DE15C9C3}"/>
          </ac:spMkLst>
        </pc:spChg>
        <pc:picChg chg="add del mod">
          <ac:chgData name="Luisa Dickenmann" userId="0c0840b0-1ae7-42c8-98b5-b02d8f71a603" providerId="ADAL" clId="{14F8172B-23CC-43AF-8874-FD0289D90325}" dt="2026-01-19T15:58:20.124" v="25" actId="478"/>
          <ac:picMkLst>
            <pc:docMk/>
            <pc:sldMk cId="3085592028" sldId="289"/>
            <ac:picMk id="5" creationId="{A3D13E38-845D-F651-5895-22646D7E4292}"/>
          </ac:picMkLst>
        </pc:picChg>
        <pc:picChg chg="add mod modCrop">
          <ac:chgData name="Luisa Dickenmann" userId="0c0840b0-1ae7-42c8-98b5-b02d8f71a603" providerId="ADAL" clId="{14F8172B-23CC-43AF-8874-FD0289D90325}" dt="2026-01-19T15:59:48.578" v="36" actId="14100"/>
          <ac:picMkLst>
            <pc:docMk/>
            <pc:sldMk cId="3085592028" sldId="289"/>
            <ac:picMk id="9" creationId="{9DC3274B-287F-4CA0-BAE5-BEC9FBDB4565}"/>
          </ac:picMkLst>
        </pc:picChg>
      </pc:sldChg>
      <pc:sldChg chg="addSp delSp modSp new mod">
        <pc:chgData name="Luisa Dickenmann" userId="0c0840b0-1ae7-42c8-98b5-b02d8f71a603" providerId="ADAL" clId="{14F8172B-23CC-43AF-8874-FD0289D90325}" dt="2026-01-20T10:03:38.989" v="497" actId="14100"/>
        <pc:sldMkLst>
          <pc:docMk/>
          <pc:sldMk cId="2484633194" sldId="290"/>
        </pc:sldMkLst>
        <pc:spChg chg="mod">
          <ac:chgData name="Luisa Dickenmann" userId="0c0840b0-1ae7-42c8-98b5-b02d8f71a603" providerId="ADAL" clId="{14F8172B-23CC-43AF-8874-FD0289D90325}" dt="2026-01-20T10:00:29.260" v="438" actId="20577"/>
          <ac:spMkLst>
            <pc:docMk/>
            <pc:sldMk cId="2484633194" sldId="290"/>
            <ac:spMk id="2" creationId="{CB90705A-AF72-94CA-8FF3-82B6CCE4E03D}"/>
          </ac:spMkLst>
        </pc:spChg>
        <pc:spChg chg="del">
          <ac:chgData name="Luisa Dickenmann" userId="0c0840b0-1ae7-42c8-98b5-b02d8f71a603" providerId="ADAL" clId="{14F8172B-23CC-43AF-8874-FD0289D90325}" dt="2026-01-20T10:00:12.082" v="397"/>
          <ac:spMkLst>
            <pc:docMk/>
            <pc:sldMk cId="2484633194" sldId="290"/>
            <ac:spMk id="3" creationId="{C6C396B1-6998-2EC3-FF49-EF2F3FF2F579}"/>
          </ac:spMkLst>
        </pc:spChg>
        <pc:spChg chg="add del mod">
          <ac:chgData name="Luisa Dickenmann" userId="0c0840b0-1ae7-42c8-98b5-b02d8f71a603" providerId="ADAL" clId="{14F8172B-23CC-43AF-8874-FD0289D90325}" dt="2026-01-20T10:02:05.225" v="443" actId="931"/>
          <ac:spMkLst>
            <pc:docMk/>
            <pc:sldMk cId="2484633194" sldId="290"/>
            <ac:spMk id="7" creationId="{5A1DF8DB-D287-6ABE-2C69-9B80533D40D2}"/>
          </ac:spMkLst>
        </pc:spChg>
        <pc:spChg chg="add mod">
          <ac:chgData name="Luisa Dickenmann" userId="0c0840b0-1ae7-42c8-98b5-b02d8f71a603" providerId="ADAL" clId="{14F8172B-23CC-43AF-8874-FD0289D90325}" dt="2026-01-20T10:03:38.989" v="497" actId="14100"/>
          <ac:spMkLst>
            <pc:docMk/>
            <pc:sldMk cId="2484633194" sldId="290"/>
            <ac:spMk id="10" creationId="{AC543367-7004-4E5C-8853-F801A6043E31}"/>
          </ac:spMkLst>
        </pc:spChg>
        <pc:spChg chg="add mod">
          <ac:chgData name="Luisa Dickenmann" userId="0c0840b0-1ae7-42c8-98b5-b02d8f71a603" providerId="ADAL" clId="{14F8172B-23CC-43AF-8874-FD0289D90325}" dt="2026-01-20T10:03:14.533" v="495" actId="14100"/>
          <ac:spMkLst>
            <pc:docMk/>
            <pc:sldMk cId="2484633194" sldId="290"/>
            <ac:spMk id="11" creationId="{A161E2C1-F3E8-9639-C02A-FCF99FAC3040}"/>
          </ac:spMkLst>
        </pc:spChg>
        <pc:picChg chg="add del mod">
          <ac:chgData name="Luisa Dickenmann" userId="0c0840b0-1ae7-42c8-98b5-b02d8f71a603" providerId="ADAL" clId="{14F8172B-23CC-43AF-8874-FD0289D90325}" dt="2026-01-20T10:00:35.315" v="442" actId="478"/>
          <ac:picMkLst>
            <pc:docMk/>
            <pc:sldMk cId="2484633194" sldId="290"/>
            <ac:picMk id="5" creationId="{8ACD93FA-2918-AB4A-3BE9-0E3A2F8ABBE3}"/>
          </ac:picMkLst>
        </pc:picChg>
        <pc:picChg chg="add mod">
          <ac:chgData name="Luisa Dickenmann" userId="0c0840b0-1ae7-42c8-98b5-b02d8f71a603" providerId="ADAL" clId="{14F8172B-23CC-43AF-8874-FD0289D90325}" dt="2026-01-20T10:02:12.437" v="448" actId="1076"/>
          <ac:picMkLst>
            <pc:docMk/>
            <pc:sldMk cId="2484633194" sldId="290"/>
            <ac:picMk id="9" creationId="{869DD54A-0F8A-92EF-88E7-A64854B7A78A}"/>
          </ac:picMkLst>
        </pc:picChg>
        <pc:cxnChg chg="add mod">
          <ac:chgData name="Luisa Dickenmann" userId="0c0840b0-1ae7-42c8-98b5-b02d8f71a603" providerId="ADAL" clId="{14F8172B-23CC-43AF-8874-FD0289D90325}" dt="2026-01-20T10:03:38.989" v="497" actId="14100"/>
          <ac:cxnSpMkLst>
            <pc:docMk/>
            <pc:sldMk cId="2484633194" sldId="290"/>
            <ac:cxnSpMk id="13" creationId="{41B53F7D-F308-D58D-B94B-6E007EBD816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99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923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Plot met office daylength or temperature data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05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54C3-63C1-3F02-8A60-6328BB58E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How many families in each type &amp; provenance?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518EC-B1B3-C3A8-B6A5-FCDA5A152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399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63F40-F221-2E7F-F83E-35F6231E0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661"/>
            <a:ext cx="9875520" cy="1356360"/>
          </a:xfrm>
        </p:spPr>
        <p:txBody>
          <a:bodyPr/>
          <a:lstStyle/>
          <a:p>
            <a:r>
              <a:rPr lang="de-CH" dirty="0"/>
              <a:t>Family distribution</a:t>
            </a:r>
            <a:endParaRPr lang="en-GB" dirty="0"/>
          </a:p>
        </p:txBody>
      </p:sp>
      <p:pic>
        <p:nvPicPr>
          <p:cNvPr id="9" name="Content Placeholder 8" descr="A graph with blue squares&#10;&#10;AI-generated content may be incorrect.">
            <a:extLst>
              <a:ext uri="{FF2B5EF4-FFF2-40B4-BE49-F238E27FC236}">
                <a16:creationId xmlns:a16="http://schemas.microsoft.com/office/drawing/2014/main" id="{9DC3274B-287F-4CA0-BAE5-BEC9FBDB45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48"/>
          <a:stretch/>
        </p:blipFill>
        <p:spPr>
          <a:xfrm>
            <a:off x="1741713" y="1162427"/>
            <a:ext cx="8798253" cy="5451912"/>
          </a:xfrm>
        </p:spPr>
      </p:pic>
    </p:spTree>
    <p:extLst>
      <p:ext uri="{BB962C8B-B14F-4D97-AF65-F5344CB8AC3E}">
        <p14:creationId xmlns:p14="http://schemas.microsoft.com/office/powerpoint/2010/main" val="3085592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14" name="Content Placeholder 13" descr="A blue and white graph&#10;&#10;AI-generated content may be incorrect.">
            <a:extLst>
              <a:ext uri="{FF2B5EF4-FFF2-40B4-BE49-F238E27FC236}">
                <a16:creationId xmlns:a16="http://schemas.microsoft.com/office/drawing/2014/main" id="{E7EA355A-0AE0-3FC7-425D-CC8AF30BA6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253" y="1029151"/>
            <a:ext cx="9875520" cy="5605329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410B80A-483E-9758-D0BC-2A3FAA118722}"/>
              </a:ext>
            </a:extLst>
          </p:cNvPr>
          <p:cNvSpPr txBox="1"/>
          <p:nvPr/>
        </p:nvSpPr>
        <p:spPr>
          <a:xfrm>
            <a:off x="6172200" y="382820"/>
            <a:ext cx="5660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Arranged by percent alive -&gt; families have different numbers of initial trees but same percentage alive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1E4DD-A0E9-85A5-076F-15D48EB17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43" y="174172"/>
            <a:ext cx="9875520" cy="1356360"/>
          </a:xfrm>
        </p:spPr>
        <p:txBody>
          <a:bodyPr/>
          <a:lstStyle/>
          <a:p>
            <a:r>
              <a:rPr lang="de-CH" dirty="0"/>
              <a:t>Interaction – Provenance and Cohort</a:t>
            </a:r>
            <a:endParaRPr lang="en-GB" dirty="0"/>
          </a:p>
        </p:txBody>
      </p:sp>
      <p:pic>
        <p:nvPicPr>
          <p:cNvPr id="7" name="Content Placeholder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3FE4AC2-629B-89C2-2501-78DB7F033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40" y="1211688"/>
            <a:ext cx="8785975" cy="5291387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08013-9F3B-21BE-2B18-6CC0F86E6950}"/>
              </a:ext>
            </a:extLst>
          </p:cNvPr>
          <p:cNvSpPr txBox="1"/>
          <p:nvPr/>
        </p:nvSpPr>
        <p:spPr>
          <a:xfrm>
            <a:off x="9238706" y="473024"/>
            <a:ext cx="27573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GLMM model says Provenance has strongest effect (14% of variation) and Type (cohort) also strong effect (11%) </a:t>
            </a:r>
          </a:p>
          <a:p>
            <a:r>
              <a:rPr lang="de-CH" dirty="0"/>
              <a:t>Family = random effect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645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67C6-7C6F-9EC2-BC2C-F591BF490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18" y="212992"/>
            <a:ext cx="9875520" cy="1356360"/>
          </a:xfrm>
        </p:spPr>
        <p:txBody>
          <a:bodyPr/>
          <a:lstStyle/>
          <a:p>
            <a:r>
              <a:rPr lang="de-CH" dirty="0"/>
              <a:t>Budset &amp; Budburst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7D288-CBE2-F195-7FFC-C90ACACB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680" y="1569352"/>
            <a:ext cx="9872871" cy="4038600"/>
          </a:xfrm>
        </p:spPr>
        <p:txBody>
          <a:bodyPr/>
          <a:lstStyle/>
          <a:p>
            <a:r>
              <a:rPr lang="de-CH" dirty="0"/>
              <a:t>Date of planting: 20-23/6/2023</a:t>
            </a:r>
          </a:p>
          <a:p>
            <a:r>
              <a:rPr lang="de-CH" dirty="0"/>
              <a:t>Budset period: 11/9/2023 – 17/5/2024</a:t>
            </a:r>
          </a:p>
          <a:p>
            <a:r>
              <a:rPr lang="de-CH" dirty="0"/>
              <a:t>Budburst period: 2/2/2024 – 22/5/2024</a:t>
            </a:r>
          </a:p>
          <a:p>
            <a:endParaRPr lang="de-CH" dirty="0"/>
          </a:p>
          <a:p>
            <a:r>
              <a:rPr lang="de-CH" u="sng" dirty="0"/>
              <a:t>Sample sizes:</a:t>
            </a:r>
          </a:p>
          <a:p>
            <a:pPr lvl="1"/>
            <a:r>
              <a:rPr lang="de-CH" sz="2200" dirty="0"/>
              <a:t>Budset: 549 trees</a:t>
            </a:r>
          </a:p>
          <a:p>
            <a:pPr lvl="1"/>
            <a:r>
              <a:rPr lang="de-CH" sz="2200" dirty="0"/>
              <a:t>Budburst: 575 trees</a:t>
            </a:r>
          </a:p>
          <a:p>
            <a:pPr lvl="2"/>
            <a:r>
              <a:rPr lang="de-CH" sz="2000" dirty="0"/>
              <a:t>(Maybe 26 didn’t have noticeable buds?)</a:t>
            </a:r>
          </a:p>
          <a:p>
            <a:pPr lvl="1"/>
            <a:r>
              <a:rPr lang="de-CH" sz="2200" dirty="0"/>
              <a:t>Budset &amp; Budburst: 529 trees have data (~85%)</a:t>
            </a:r>
          </a:p>
          <a:p>
            <a:endParaRPr lang="de-CH" dirty="0"/>
          </a:p>
          <a:p>
            <a:endParaRPr lang="de-CH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145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55959" y="5948124"/>
            <a:ext cx="2131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Origin date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0705A-AF72-94CA-8FF3-82B6CCE4E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50371"/>
            <a:ext cx="9875520" cy="1356360"/>
          </a:xfrm>
        </p:spPr>
        <p:txBody>
          <a:bodyPr/>
          <a:lstStyle/>
          <a:p>
            <a:r>
              <a:rPr lang="de-CH" dirty="0"/>
              <a:t>BS &amp; BB offset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869DD54A-0F8A-92EF-88E7-A64854B7A7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744" y="1396773"/>
            <a:ext cx="9013371" cy="5210856"/>
          </a:xfr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543367-7004-4E5C-8853-F801A6043E31}"/>
              </a:ext>
            </a:extLst>
          </p:cNvPr>
          <p:cNvSpPr/>
          <p:nvPr/>
        </p:nvSpPr>
        <p:spPr>
          <a:xfrm>
            <a:off x="3494314" y="5323114"/>
            <a:ext cx="1676400" cy="80554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61E2C1-F3E8-9639-C02A-FCF99FAC3040}"/>
              </a:ext>
            </a:extLst>
          </p:cNvPr>
          <p:cNvSpPr txBox="1"/>
          <p:nvPr/>
        </p:nvSpPr>
        <p:spPr>
          <a:xfrm>
            <a:off x="228600" y="4584063"/>
            <a:ext cx="2852057" cy="202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6 trees with budset </a:t>
            </a:r>
            <a:r>
              <a:rPr lang="de-CH" b="1" dirty="0"/>
              <a:t>after</a:t>
            </a:r>
            <a:r>
              <a:rPr lang="de-CH" dirty="0"/>
              <a:t> budburst</a:t>
            </a:r>
          </a:p>
          <a:p>
            <a:r>
              <a:rPr lang="de-CH" dirty="0"/>
              <a:t>(</a:t>
            </a:r>
            <a:r>
              <a:rPr lang="en-GB" dirty="0"/>
              <a:t>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B53F7D-F308-D58D-B94B-6E007EBD816E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2710543" y="5725886"/>
            <a:ext cx="783771" cy="10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633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FE14-95D7-2C34-3B1C-7E62C27D5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Overlay BS &amp; BB data with temperature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B63F4-FC30-DECB-6678-B7E5BBA0A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5244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9FEA-9B3E-6A9F-C090-44E2DA4F4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Cumulative BS/BB curve (per provenance/type)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7EDF9-8919-0183-EBBC-47FDE664C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62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6BC2-00B2-FE0A-3FD2-8B3983ED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15900"/>
            <a:ext cx="9875520" cy="1356360"/>
          </a:xfrm>
        </p:spPr>
        <p:txBody>
          <a:bodyPr/>
          <a:lstStyle/>
          <a:p>
            <a:r>
              <a:rPr lang="de-CH" dirty="0"/>
              <a:t>Budset &amp; Budburst -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9E7923FB-1127-0B4E-8720-F56777E22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655" y="1294466"/>
            <a:ext cx="8554689" cy="5309534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D74AA0-35DD-764B-F3C0-5ECE2236E1C8}"/>
              </a:ext>
            </a:extLst>
          </p:cNvPr>
          <p:cNvCxnSpPr>
            <a:cxnSpLocks/>
          </p:cNvCxnSpPr>
          <p:nvPr/>
        </p:nvCxnSpPr>
        <p:spPr>
          <a:xfrm flipH="1">
            <a:off x="8775700" y="3111500"/>
            <a:ext cx="1701800" cy="244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E8A3AE-E1B6-A94E-7C86-528849D7B52B}"/>
              </a:ext>
            </a:extLst>
          </p:cNvPr>
          <p:cNvSpPr txBox="1"/>
          <p:nvPr/>
        </p:nvSpPr>
        <p:spPr>
          <a:xfrm>
            <a:off x="10477500" y="2833132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Budburst</a:t>
            </a: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E2F8F7-A542-4D12-3444-9EE948B6280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124700" y="4980116"/>
            <a:ext cx="3352800" cy="620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FC8493-0AD6-BDCD-FA4F-8FDE947FB7F5}"/>
              </a:ext>
            </a:extLst>
          </p:cNvPr>
          <p:cNvSpPr txBox="1"/>
          <p:nvPr/>
        </p:nvSpPr>
        <p:spPr>
          <a:xfrm>
            <a:off x="10477500" y="4795450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Budset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2B93A-CB40-DAF3-E74D-8368928952C9}"/>
              </a:ext>
            </a:extLst>
          </p:cNvPr>
          <p:cNvSpPr txBox="1"/>
          <p:nvPr/>
        </p:nvSpPr>
        <p:spPr>
          <a:xfrm>
            <a:off x="9626600" y="432018"/>
            <a:ext cx="224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Origin date (planting date) = 20/06/2023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6849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A2CE3E1-04C3-C3BF-742C-0BCABABAA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803" y="1316326"/>
            <a:ext cx="8560393" cy="5313074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8994BB-FF3F-9B64-8EE7-6BC8F992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28600"/>
            <a:ext cx="9875838" cy="1355725"/>
          </a:xfrm>
        </p:spPr>
        <p:txBody>
          <a:bodyPr/>
          <a:lstStyle/>
          <a:p>
            <a:r>
              <a:rPr lang="de-CH" dirty="0"/>
              <a:t>Budset &amp; Budburst - Type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23469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7EE4B-07AE-A580-2F47-92BB4583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7" y="246696"/>
            <a:ext cx="9875520" cy="1356360"/>
          </a:xfrm>
        </p:spPr>
        <p:txBody>
          <a:bodyPr/>
          <a:lstStyle/>
          <a:p>
            <a:r>
              <a:rPr lang="de-CH" dirty="0"/>
              <a:t>Difference between budset and budburst</a:t>
            </a:r>
            <a:endParaRPr lang="en-GB" dirty="0"/>
          </a:p>
        </p:txBody>
      </p:sp>
      <p:pic>
        <p:nvPicPr>
          <p:cNvPr id="5" name="Content Placeholder 4" descr="A graph of a number of days between budget and budburst&#10;&#10;AI-generated content may be incorrect.">
            <a:extLst>
              <a:ext uri="{FF2B5EF4-FFF2-40B4-BE49-F238E27FC236}">
                <a16:creationId xmlns:a16="http://schemas.microsoft.com/office/drawing/2014/main" id="{B4DE219A-B6A9-5821-1F9D-1F5634FA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157188"/>
            <a:ext cx="5799488" cy="5448879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172020-44E6-DE5B-B25B-D5496F6A2FBE}"/>
              </a:ext>
            </a:extLst>
          </p:cNvPr>
          <p:cNvSpPr/>
          <p:nvPr/>
        </p:nvSpPr>
        <p:spPr>
          <a:xfrm>
            <a:off x="1540526" y="5448299"/>
            <a:ext cx="876300" cy="447675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08A697B-293A-3B9A-EA5D-A7F12FE9C9F9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4518700" y="2762781"/>
            <a:ext cx="593168" cy="5673217"/>
          </a:xfrm>
          <a:prstGeom prst="bentConnector3">
            <a:avLst>
              <a:gd name="adj1" fmla="val -38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D12648D-5A86-B45C-F50D-F34B91A73BAD}"/>
              </a:ext>
            </a:extLst>
          </p:cNvPr>
          <p:cNvGrpSpPr/>
          <p:nvPr/>
        </p:nvGrpSpPr>
        <p:grpSpPr>
          <a:xfrm>
            <a:off x="6588410" y="3733145"/>
            <a:ext cx="4852162" cy="1938992"/>
            <a:chOff x="6588410" y="4420969"/>
            <a:chExt cx="4852162" cy="19389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3C7F82-E832-0C7D-BDE0-799839FE8646}"/>
                </a:ext>
              </a:extLst>
            </p:cNvPr>
            <p:cNvSpPr txBox="1"/>
            <p:nvPr/>
          </p:nvSpPr>
          <p:spPr>
            <a:xfrm>
              <a:off x="6588410" y="5067300"/>
              <a:ext cx="21269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6 trees with budset recorded after budburst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DA960C-4FF0-9727-FDC7-DEC5A1B3D69A}"/>
                </a:ext>
              </a:extLst>
            </p:cNvPr>
            <p:cNvSpPr txBox="1"/>
            <p:nvPr/>
          </p:nvSpPr>
          <p:spPr>
            <a:xfrm>
              <a:off x="9020360" y="4420969"/>
              <a:ext cx="24202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4 Regen (</a:t>
              </a:r>
              <a:r>
                <a:rPr lang="en-GB" dirty="0" err="1"/>
                <a:t>Rowens</a:t>
              </a:r>
              <a:r>
                <a:rPr lang="en-GB" dirty="0"/>
                <a:t>, North Coast)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CE414E-3410-1510-03EE-285BDB52B742}"/>
                </a:ext>
              </a:extLst>
            </p:cNvPr>
            <p:cNvSpPr txBox="1"/>
            <p:nvPr/>
          </p:nvSpPr>
          <p:spPr>
            <a:xfrm>
              <a:off x="9000694" y="5205799"/>
              <a:ext cx="242021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Plantation (</a:t>
              </a:r>
              <a:r>
                <a:rPr lang="en-GB" dirty="0" err="1"/>
                <a:t>Rowens</a:t>
              </a:r>
              <a:r>
                <a:rPr lang="en-GB" dirty="0"/>
                <a:t>, North Coast) 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0BF767-68F0-A2DB-F5BC-1D0E94E05BEB}"/>
                </a:ext>
              </a:extLst>
            </p:cNvPr>
            <p:cNvSpPr txBox="1"/>
            <p:nvPr/>
          </p:nvSpPr>
          <p:spPr>
            <a:xfrm>
              <a:off x="9020360" y="5990629"/>
              <a:ext cx="17430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Origin (Alaska)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BE918CE-CEFB-8E0E-E44F-344B6DD64237}"/>
                </a:ext>
              </a:extLst>
            </p:cNvPr>
            <p:cNvCxnSpPr>
              <a:stCxn id="8" idx="3"/>
              <a:endCxn id="18" idx="1"/>
            </p:cNvCxnSpPr>
            <p:nvPr/>
          </p:nvCxnSpPr>
          <p:spPr>
            <a:xfrm flipV="1">
              <a:off x="8715375" y="4744135"/>
              <a:ext cx="304985" cy="7848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0E964FC-C3D8-69EE-511C-06E93F78CBF8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>
              <a:off x="8715375" y="5528965"/>
              <a:ext cx="28531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55E7990-4745-4C6B-7822-25A01C4CC2BC}"/>
                </a:ext>
              </a:extLst>
            </p:cNvPr>
            <p:cNvCxnSpPr>
              <a:cxnSpLocks/>
              <a:stCxn id="8" idx="3"/>
              <a:endCxn id="22" idx="1"/>
            </p:cNvCxnSpPr>
            <p:nvPr/>
          </p:nvCxnSpPr>
          <p:spPr>
            <a:xfrm>
              <a:off x="8715375" y="5528965"/>
              <a:ext cx="304985" cy="6463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E91596-867D-B142-F93D-2DF48B8D6254}"/>
              </a:ext>
            </a:extLst>
          </p:cNvPr>
          <p:cNvSpPr txBox="1"/>
          <p:nvPr/>
        </p:nvSpPr>
        <p:spPr>
          <a:xfrm>
            <a:off x="7651892" y="1603057"/>
            <a:ext cx="4133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</a:t>
            </a:r>
          </a:p>
          <a:p>
            <a:r>
              <a:rPr lang="en-GB" dirty="0"/>
              <a:t>Probably error in calculating date → check original records</a:t>
            </a:r>
          </a:p>
        </p:txBody>
      </p:sp>
    </p:spTree>
    <p:extLst>
      <p:ext uri="{BB962C8B-B14F-4D97-AF65-F5344CB8AC3E}">
        <p14:creationId xmlns:p14="http://schemas.microsoft.com/office/powerpoint/2010/main" val="1520243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5191</TotalTime>
  <Words>414</Words>
  <Application>Microsoft Office PowerPoint</Application>
  <PresentationFormat>Widescreen</PresentationFormat>
  <Paragraphs>88</Paragraphs>
  <Slides>32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Corbel</vt:lpstr>
      <vt:lpstr>Helvetica</vt:lpstr>
      <vt:lpstr>Basis</vt:lpstr>
      <vt:lpstr>Rapid Adaptation</vt:lpstr>
      <vt:lpstr>Tree status – 2024-2025</vt:lpstr>
      <vt:lpstr>How many families in each type &amp; provenance?</vt:lpstr>
      <vt:lpstr>Provenance distribution</vt:lpstr>
      <vt:lpstr>Status – by Provenance</vt:lpstr>
      <vt:lpstr>Type distribution</vt:lpstr>
      <vt:lpstr>Status – by Type</vt:lpstr>
      <vt:lpstr>Status – by Block</vt:lpstr>
      <vt:lpstr>Family distribution</vt:lpstr>
      <vt:lpstr>Status – by Family</vt:lpstr>
      <vt:lpstr>Interaction – Provenance and Cohort</vt:lpstr>
      <vt:lpstr>DBB</vt:lpstr>
      <vt:lpstr>Height</vt:lpstr>
      <vt:lpstr>Height – by Provenance</vt:lpstr>
      <vt:lpstr>Height – by Type</vt:lpstr>
      <vt:lpstr>Budset &amp; Budburst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BS &amp; BB offset</vt:lpstr>
      <vt:lpstr>Overlay BS &amp; BB data with temperature</vt:lpstr>
      <vt:lpstr>Cumulative BS/BB curve (per provenance/type)</vt:lpstr>
      <vt:lpstr>Budset &amp; Budburst - Provenance</vt:lpstr>
      <vt:lpstr>Budset &amp; Budburst - Type</vt:lpstr>
      <vt:lpstr>Difference between budset and budburst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2026-01-20T10:03:48Z</dcterms:modified>
</cp:coreProperties>
</file>